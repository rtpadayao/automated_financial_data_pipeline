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3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52316-ECAE-47DC-957B-980C747DF357}" type="doc">
      <dgm:prSet loTypeId="urn:microsoft.com/office/officeart/2005/8/layout/hProcess10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EC7A13B-74C5-4B1A-BC78-5FEB27CDB552}">
      <dgm:prSet phldrT="[Text]" phldr="0"/>
      <dgm:spPr/>
      <dgm:t>
        <a:bodyPr/>
        <a:lstStyle/>
        <a:p>
          <a:r>
            <a:rPr lang="en-PH" dirty="0"/>
            <a:t>Data Source</a:t>
          </a:r>
          <a:endParaRPr lang="en-US" dirty="0"/>
        </a:p>
      </dgm:t>
    </dgm:pt>
    <dgm:pt modelId="{C66538FE-44A0-4BFD-A868-B7DB48161F67}" type="parTrans" cxnId="{7DE449A7-BBD8-45D2-80EB-D9DDD7264B1D}">
      <dgm:prSet/>
      <dgm:spPr/>
      <dgm:t>
        <a:bodyPr/>
        <a:lstStyle/>
        <a:p>
          <a:endParaRPr lang="en-US"/>
        </a:p>
      </dgm:t>
    </dgm:pt>
    <dgm:pt modelId="{96A12A26-B2EF-4157-9D36-0678E927DD94}" type="sibTrans" cxnId="{7DE449A7-BBD8-45D2-80EB-D9DDD7264B1D}">
      <dgm:prSet/>
      <dgm:spPr/>
      <dgm:t>
        <a:bodyPr/>
        <a:lstStyle/>
        <a:p>
          <a:endParaRPr lang="en-US"/>
        </a:p>
      </dgm:t>
    </dgm:pt>
    <dgm:pt modelId="{C02C89DE-BE31-4C2D-9393-1248165C7F2D}">
      <dgm:prSet phldrT="[Text]" phldr="0"/>
      <dgm:spPr/>
      <dgm:t>
        <a:bodyPr/>
        <a:lstStyle/>
        <a:p>
          <a:r>
            <a:rPr lang="en-PH" dirty="0"/>
            <a:t>ELT</a:t>
          </a:r>
          <a:endParaRPr lang="en-US" dirty="0"/>
        </a:p>
      </dgm:t>
    </dgm:pt>
    <dgm:pt modelId="{2DB80871-0FA0-4354-84F7-CD8F874E727A}" type="parTrans" cxnId="{F246613C-4FFB-4D82-8667-A4BAD489FF5E}">
      <dgm:prSet/>
      <dgm:spPr/>
      <dgm:t>
        <a:bodyPr/>
        <a:lstStyle/>
        <a:p>
          <a:endParaRPr lang="en-US"/>
        </a:p>
      </dgm:t>
    </dgm:pt>
    <dgm:pt modelId="{235D69A0-E6A7-465F-9A07-CE5F1386A3FA}" type="sibTrans" cxnId="{F246613C-4FFB-4D82-8667-A4BAD489FF5E}">
      <dgm:prSet/>
      <dgm:spPr/>
      <dgm:t>
        <a:bodyPr/>
        <a:lstStyle/>
        <a:p>
          <a:endParaRPr lang="en-US"/>
        </a:p>
      </dgm:t>
    </dgm:pt>
    <dgm:pt modelId="{D5F46F1D-4B3E-4E5D-B10C-F3595A78AEFC}">
      <dgm:prSet phldrT="[Text]" phldr="0"/>
      <dgm:spPr/>
      <dgm:t>
        <a:bodyPr/>
        <a:lstStyle/>
        <a:p>
          <a:r>
            <a:rPr lang="en-PH" dirty="0"/>
            <a:t>Postgres</a:t>
          </a:r>
          <a:endParaRPr lang="en-US" dirty="0"/>
        </a:p>
      </dgm:t>
    </dgm:pt>
    <dgm:pt modelId="{8E92C55A-A6CD-4DBE-8D74-1C9D71E1132A}" type="parTrans" cxnId="{EFF4A699-2F00-47C7-89FC-9C070948B9BF}">
      <dgm:prSet/>
      <dgm:spPr/>
      <dgm:t>
        <a:bodyPr/>
        <a:lstStyle/>
        <a:p>
          <a:endParaRPr lang="en-US"/>
        </a:p>
      </dgm:t>
    </dgm:pt>
    <dgm:pt modelId="{D84480A6-0BA5-4944-99FF-26613494A3C3}" type="sibTrans" cxnId="{EFF4A699-2F00-47C7-89FC-9C070948B9BF}">
      <dgm:prSet/>
      <dgm:spPr/>
      <dgm:t>
        <a:bodyPr/>
        <a:lstStyle/>
        <a:p>
          <a:endParaRPr lang="en-US"/>
        </a:p>
      </dgm:t>
    </dgm:pt>
    <dgm:pt modelId="{AA28180B-1F69-46E1-BD0E-D0A301C0E713}">
      <dgm:prSet/>
      <dgm:spPr/>
      <dgm:t>
        <a:bodyPr/>
        <a:lstStyle/>
        <a:p>
          <a:r>
            <a:rPr lang="en-PH" dirty="0"/>
            <a:t>Airflow</a:t>
          </a:r>
          <a:endParaRPr lang="en-US" dirty="0"/>
        </a:p>
      </dgm:t>
    </dgm:pt>
    <dgm:pt modelId="{1F4D7481-E77F-4946-B4E6-1F18C5D0AF2B}" type="parTrans" cxnId="{085D1113-4F0C-4E5A-8599-9B6BABF6B474}">
      <dgm:prSet/>
      <dgm:spPr/>
      <dgm:t>
        <a:bodyPr/>
        <a:lstStyle/>
        <a:p>
          <a:endParaRPr lang="en-US"/>
        </a:p>
      </dgm:t>
    </dgm:pt>
    <dgm:pt modelId="{655C494E-5837-4E5B-8A3B-9EF7727BB422}" type="sibTrans" cxnId="{085D1113-4F0C-4E5A-8599-9B6BABF6B474}">
      <dgm:prSet/>
      <dgm:spPr/>
      <dgm:t>
        <a:bodyPr/>
        <a:lstStyle/>
        <a:p>
          <a:endParaRPr lang="en-US"/>
        </a:p>
      </dgm:t>
    </dgm:pt>
    <dgm:pt modelId="{2B093A00-4FA6-49CA-852B-C034AD09E78D}">
      <dgm:prSet/>
      <dgm:spPr/>
      <dgm:t>
        <a:bodyPr/>
        <a:lstStyle/>
        <a:p>
          <a:r>
            <a:rPr lang="en-PH" dirty="0"/>
            <a:t>Power BI</a:t>
          </a:r>
          <a:endParaRPr lang="en-US" dirty="0"/>
        </a:p>
      </dgm:t>
    </dgm:pt>
    <dgm:pt modelId="{A9FC2698-EE25-4D03-B920-26CC4E842A17}" type="parTrans" cxnId="{1E5D68B8-F372-4EF5-9C56-B12B35798F93}">
      <dgm:prSet/>
      <dgm:spPr/>
      <dgm:t>
        <a:bodyPr/>
        <a:lstStyle/>
        <a:p>
          <a:endParaRPr lang="en-US"/>
        </a:p>
      </dgm:t>
    </dgm:pt>
    <dgm:pt modelId="{D2564CDA-6025-4FDD-AF74-66821451AB1B}" type="sibTrans" cxnId="{1E5D68B8-F372-4EF5-9C56-B12B35798F93}">
      <dgm:prSet/>
      <dgm:spPr/>
      <dgm:t>
        <a:bodyPr/>
        <a:lstStyle/>
        <a:p>
          <a:endParaRPr lang="en-US"/>
        </a:p>
      </dgm:t>
    </dgm:pt>
    <dgm:pt modelId="{B4C6F2BD-7B04-4961-A7D2-A38F14518705}" type="pres">
      <dgm:prSet presAssocID="{2A052316-ECAE-47DC-957B-980C747DF357}" presName="Name0" presStyleCnt="0">
        <dgm:presLayoutVars>
          <dgm:dir/>
          <dgm:resizeHandles val="exact"/>
        </dgm:presLayoutVars>
      </dgm:prSet>
      <dgm:spPr/>
    </dgm:pt>
    <dgm:pt modelId="{20D73882-3EC7-42BC-B5B3-0A69C6A8B1AA}" type="pres">
      <dgm:prSet presAssocID="{3EC7A13B-74C5-4B1A-BC78-5FEB27CDB552}" presName="composite" presStyleCnt="0"/>
      <dgm:spPr/>
    </dgm:pt>
    <dgm:pt modelId="{37272525-01C1-4E50-88B9-95491BC783BC}" type="pres">
      <dgm:prSet presAssocID="{3EC7A13B-74C5-4B1A-BC78-5FEB27CDB552}" presName="imagSh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l="-192000" r="-192000"/>
          </a:stretch>
        </a:blipFill>
      </dgm:spPr>
    </dgm:pt>
    <dgm:pt modelId="{D3841A7F-A864-49B8-8302-CDCD9B60D151}" type="pres">
      <dgm:prSet presAssocID="{3EC7A13B-74C5-4B1A-BC78-5FEB27CDB552}" presName="txNode" presStyleLbl="node1" presStyleIdx="0" presStyleCnt="5">
        <dgm:presLayoutVars>
          <dgm:bulletEnabled val="1"/>
        </dgm:presLayoutVars>
      </dgm:prSet>
      <dgm:spPr/>
    </dgm:pt>
    <dgm:pt modelId="{D0A5313D-3E23-4283-968F-EA6511F93E5B}" type="pres">
      <dgm:prSet presAssocID="{96A12A26-B2EF-4157-9D36-0678E927DD94}" presName="sibTrans" presStyleLbl="sibTrans2D1" presStyleIdx="0" presStyleCnt="4"/>
      <dgm:spPr/>
    </dgm:pt>
    <dgm:pt modelId="{D81BE0C5-98B7-4C7A-B923-7CB4D7E3D039}" type="pres">
      <dgm:prSet presAssocID="{96A12A26-B2EF-4157-9D36-0678E927DD94}" presName="connTx" presStyleLbl="sibTrans2D1" presStyleIdx="0" presStyleCnt="4"/>
      <dgm:spPr/>
    </dgm:pt>
    <dgm:pt modelId="{A7F5EA41-95C7-4226-A484-DC87DBB44C0B}" type="pres">
      <dgm:prSet presAssocID="{C02C89DE-BE31-4C2D-9393-1248165C7F2D}" presName="composite" presStyleCnt="0"/>
      <dgm:spPr/>
    </dgm:pt>
    <dgm:pt modelId="{3123F4F3-66ED-4E76-B97D-BBA4BF3445C5}" type="pres">
      <dgm:prSet presAssocID="{C02C89DE-BE31-4C2D-9393-1248165C7F2D}" presName="imagSh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l="-32000" r="-32000"/>
          </a:stretch>
        </a:blipFill>
      </dgm:spPr>
    </dgm:pt>
    <dgm:pt modelId="{1594C452-5C05-48B8-8D59-FC224A93CA70}" type="pres">
      <dgm:prSet presAssocID="{C02C89DE-BE31-4C2D-9393-1248165C7F2D}" presName="txNode" presStyleLbl="node1" presStyleIdx="1" presStyleCnt="5">
        <dgm:presLayoutVars>
          <dgm:bulletEnabled val="1"/>
        </dgm:presLayoutVars>
      </dgm:prSet>
      <dgm:spPr/>
    </dgm:pt>
    <dgm:pt modelId="{CB8E4A8C-6F5D-4036-9608-DF5AB079E146}" type="pres">
      <dgm:prSet presAssocID="{235D69A0-E6A7-465F-9A07-CE5F1386A3FA}" presName="sibTrans" presStyleLbl="sibTrans2D1" presStyleIdx="1" presStyleCnt="4"/>
      <dgm:spPr/>
    </dgm:pt>
    <dgm:pt modelId="{AC89F235-7CD3-4B86-8AA0-684F97E9F120}" type="pres">
      <dgm:prSet presAssocID="{235D69A0-E6A7-465F-9A07-CE5F1386A3FA}" presName="connTx" presStyleLbl="sibTrans2D1" presStyleIdx="1" presStyleCnt="4"/>
      <dgm:spPr/>
    </dgm:pt>
    <dgm:pt modelId="{B1083E06-5537-470C-BDDF-853A41A83799}" type="pres">
      <dgm:prSet presAssocID="{D5F46F1D-4B3E-4E5D-B10C-F3595A78AEFC}" presName="composite" presStyleCnt="0"/>
      <dgm:spPr/>
    </dgm:pt>
    <dgm:pt modelId="{D98D0639-CD49-4F43-A37B-C39259EE0FA3}" type="pres">
      <dgm:prSet presAssocID="{D5F46F1D-4B3E-4E5D-B10C-F3595A78AEFC}" presName="imagSh" presStyleLbl="b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</dgm:pt>
    <dgm:pt modelId="{F420520C-698F-49E3-8B69-24A91C4E1DA8}" type="pres">
      <dgm:prSet presAssocID="{D5F46F1D-4B3E-4E5D-B10C-F3595A78AEFC}" presName="txNode" presStyleLbl="node1" presStyleIdx="2" presStyleCnt="5">
        <dgm:presLayoutVars>
          <dgm:bulletEnabled val="1"/>
        </dgm:presLayoutVars>
      </dgm:prSet>
      <dgm:spPr/>
    </dgm:pt>
    <dgm:pt modelId="{86D3C126-3031-400D-BE26-0586704F7FD6}" type="pres">
      <dgm:prSet presAssocID="{D84480A6-0BA5-4944-99FF-26613494A3C3}" presName="sibTrans" presStyleLbl="sibTrans2D1" presStyleIdx="2" presStyleCnt="4"/>
      <dgm:spPr/>
    </dgm:pt>
    <dgm:pt modelId="{2AB7494E-105D-4336-9561-8AF2C0C12037}" type="pres">
      <dgm:prSet presAssocID="{D84480A6-0BA5-4944-99FF-26613494A3C3}" presName="connTx" presStyleLbl="sibTrans2D1" presStyleIdx="2" presStyleCnt="4"/>
      <dgm:spPr/>
    </dgm:pt>
    <dgm:pt modelId="{D3E81D88-9D4E-4E4C-ADB7-69E814876165}" type="pres">
      <dgm:prSet presAssocID="{AA28180B-1F69-46E1-BD0E-D0A301C0E713}" presName="composite" presStyleCnt="0"/>
      <dgm:spPr/>
    </dgm:pt>
    <dgm:pt modelId="{CBD458E8-11E7-468B-98FA-395FE3FF9408}" type="pres">
      <dgm:prSet presAssocID="{AA28180B-1F69-46E1-BD0E-D0A301C0E713}" presName="imagSh" presStyleLbl="b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3CAE2EFA-CA5D-4774-A6C6-A391B00C9E9B}" type="pres">
      <dgm:prSet presAssocID="{AA28180B-1F69-46E1-BD0E-D0A301C0E713}" presName="txNode" presStyleLbl="node1" presStyleIdx="3" presStyleCnt="5">
        <dgm:presLayoutVars>
          <dgm:bulletEnabled val="1"/>
        </dgm:presLayoutVars>
      </dgm:prSet>
      <dgm:spPr/>
    </dgm:pt>
    <dgm:pt modelId="{24C8EC65-6655-4FB5-8BCD-A52C57FC23F6}" type="pres">
      <dgm:prSet presAssocID="{655C494E-5837-4E5B-8A3B-9EF7727BB422}" presName="sibTrans" presStyleLbl="sibTrans2D1" presStyleIdx="3" presStyleCnt="4"/>
      <dgm:spPr/>
    </dgm:pt>
    <dgm:pt modelId="{05D9463F-CFFA-4278-8111-563F6B6E19B2}" type="pres">
      <dgm:prSet presAssocID="{655C494E-5837-4E5B-8A3B-9EF7727BB422}" presName="connTx" presStyleLbl="sibTrans2D1" presStyleIdx="3" presStyleCnt="4"/>
      <dgm:spPr/>
    </dgm:pt>
    <dgm:pt modelId="{B57C27DF-39B8-46B4-96E6-BA8F69215016}" type="pres">
      <dgm:prSet presAssocID="{2B093A00-4FA6-49CA-852B-C034AD09E78D}" presName="composite" presStyleCnt="0"/>
      <dgm:spPr/>
    </dgm:pt>
    <dgm:pt modelId="{611601BB-C9B1-4D17-8E56-F738EEA41EB1}" type="pres">
      <dgm:prSet presAssocID="{2B093A00-4FA6-49CA-852B-C034AD09E78D}" presName="imagSh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60BBBE9F-795E-499E-8E64-560DBC6C2346}" type="pres">
      <dgm:prSet presAssocID="{2B093A00-4FA6-49CA-852B-C034AD09E78D}" presName="txNode" presStyleLbl="node1" presStyleIdx="4" presStyleCnt="5">
        <dgm:presLayoutVars>
          <dgm:bulletEnabled val="1"/>
        </dgm:presLayoutVars>
      </dgm:prSet>
      <dgm:spPr/>
    </dgm:pt>
  </dgm:ptLst>
  <dgm:cxnLst>
    <dgm:cxn modelId="{CC4F9307-EE5F-4138-A8B3-58F54743568E}" type="presOf" srcId="{96A12A26-B2EF-4157-9D36-0678E927DD94}" destId="{D0A5313D-3E23-4283-968F-EA6511F93E5B}" srcOrd="0" destOrd="0" presId="urn:microsoft.com/office/officeart/2005/8/layout/hProcess10"/>
    <dgm:cxn modelId="{085D1113-4F0C-4E5A-8599-9B6BABF6B474}" srcId="{2A052316-ECAE-47DC-957B-980C747DF357}" destId="{AA28180B-1F69-46E1-BD0E-D0A301C0E713}" srcOrd="3" destOrd="0" parTransId="{1F4D7481-E77F-4946-B4E6-1F18C5D0AF2B}" sibTransId="{655C494E-5837-4E5B-8A3B-9EF7727BB422}"/>
    <dgm:cxn modelId="{7BE8151D-2B10-4898-9815-CF7702B53A5D}" type="presOf" srcId="{2B093A00-4FA6-49CA-852B-C034AD09E78D}" destId="{60BBBE9F-795E-499E-8E64-560DBC6C2346}" srcOrd="0" destOrd="0" presId="urn:microsoft.com/office/officeart/2005/8/layout/hProcess10"/>
    <dgm:cxn modelId="{F0CE0A28-67B8-4714-8D71-7D23B4DF0BFE}" type="presOf" srcId="{235D69A0-E6A7-465F-9A07-CE5F1386A3FA}" destId="{CB8E4A8C-6F5D-4036-9608-DF5AB079E146}" srcOrd="0" destOrd="0" presId="urn:microsoft.com/office/officeart/2005/8/layout/hProcess10"/>
    <dgm:cxn modelId="{7BD3D529-D7D2-4A86-8C61-8281E669C1A3}" type="presOf" srcId="{96A12A26-B2EF-4157-9D36-0678E927DD94}" destId="{D81BE0C5-98B7-4C7A-B923-7CB4D7E3D039}" srcOrd="1" destOrd="0" presId="urn:microsoft.com/office/officeart/2005/8/layout/hProcess10"/>
    <dgm:cxn modelId="{55CB0E2F-283F-449B-89C3-ECB52714BC88}" type="presOf" srcId="{C02C89DE-BE31-4C2D-9393-1248165C7F2D}" destId="{1594C452-5C05-48B8-8D59-FC224A93CA70}" srcOrd="0" destOrd="0" presId="urn:microsoft.com/office/officeart/2005/8/layout/hProcess10"/>
    <dgm:cxn modelId="{976C9031-F6E8-422D-BEF1-2E1D7ACB7F81}" type="presOf" srcId="{3EC7A13B-74C5-4B1A-BC78-5FEB27CDB552}" destId="{D3841A7F-A864-49B8-8302-CDCD9B60D151}" srcOrd="0" destOrd="0" presId="urn:microsoft.com/office/officeart/2005/8/layout/hProcess10"/>
    <dgm:cxn modelId="{26528E35-1627-479E-97F6-FD1FD6CB81BE}" type="presOf" srcId="{655C494E-5837-4E5B-8A3B-9EF7727BB422}" destId="{24C8EC65-6655-4FB5-8BCD-A52C57FC23F6}" srcOrd="0" destOrd="0" presId="urn:microsoft.com/office/officeart/2005/8/layout/hProcess10"/>
    <dgm:cxn modelId="{F246613C-4FFB-4D82-8667-A4BAD489FF5E}" srcId="{2A052316-ECAE-47DC-957B-980C747DF357}" destId="{C02C89DE-BE31-4C2D-9393-1248165C7F2D}" srcOrd="1" destOrd="0" parTransId="{2DB80871-0FA0-4354-84F7-CD8F874E727A}" sibTransId="{235D69A0-E6A7-465F-9A07-CE5F1386A3FA}"/>
    <dgm:cxn modelId="{2F879B3C-805C-4677-A5A9-CE69F87A8D6B}" type="presOf" srcId="{D5F46F1D-4B3E-4E5D-B10C-F3595A78AEFC}" destId="{F420520C-698F-49E3-8B69-24A91C4E1DA8}" srcOrd="0" destOrd="0" presId="urn:microsoft.com/office/officeart/2005/8/layout/hProcess10"/>
    <dgm:cxn modelId="{C3D3093F-FA7E-4B29-8523-5B6410F0FC2E}" type="presOf" srcId="{D84480A6-0BA5-4944-99FF-26613494A3C3}" destId="{86D3C126-3031-400D-BE26-0586704F7FD6}" srcOrd="0" destOrd="0" presId="urn:microsoft.com/office/officeart/2005/8/layout/hProcess10"/>
    <dgm:cxn modelId="{D7B0CB87-EB82-4BFA-A3BB-7688DECC5DAD}" type="presOf" srcId="{AA28180B-1F69-46E1-BD0E-D0A301C0E713}" destId="{3CAE2EFA-CA5D-4774-A6C6-A391B00C9E9B}" srcOrd="0" destOrd="0" presId="urn:microsoft.com/office/officeart/2005/8/layout/hProcess10"/>
    <dgm:cxn modelId="{EFF4A699-2F00-47C7-89FC-9C070948B9BF}" srcId="{2A052316-ECAE-47DC-957B-980C747DF357}" destId="{D5F46F1D-4B3E-4E5D-B10C-F3595A78AEFC}" srcOrd="2" destOrd="0" parTransId="{8E92C55A-A6CD-4DBE-8D74-1C9D71E1132A}" sibTransId="{D84480A6-0BA5-4944-99FF-26613494A3C3}"/>
    <dgm:cxn modelId="{7DE449A7-BBD8-45D2-80EB-D9DDD7264B1D}" srcId="{2A052316-ECAE-47DC-957B-980C747DF357}" destId="{3EC7A13B-74C5-4B1A-BC78-5FEB27CDB552}" srcOrd="0" destOrd="0" parTransId="{C66538FE-44A0-4BFD-A868-B7DB48161F67}" sibTransId="{96A12A26-B2EF-4157-9D36-0678E927DD94}"/>
    <dgm:cxn modelId="{36FE6EAA-92F1-412B-B66C-E7CF45890DB8}" type="presOf" srcId="{235D69A0-E6A7-465F-9A07-CE5F1386A3FA}" destId="{AC89F235-7CD3-4B86-8AA0-684F97E9F120}" srcOrd="1" destOrd="0" presId="urn:microsoft.com/office/officeart/2005/8/layout/hProcess10"/>
    <dgm:cxn modelId="{EBA389AF-34AC-4864-B308-557E965BBF4E}" type="presOf" srcId="{655C494E-5837-4E5B-8A3B-9EF7727BB422}" destId="{05D9463F-CFFA-4278-8111-563F6B6E19B2}" srcOrd="1" destOrd="0" presId="urn:microsoft.com/office/officeart/2005/8/layout/hProcess10"/>
    <dgm:cxn modelId="{1E5D68B8-F372-4EF5-9C56-B12B35798F93}" srcId="{2A052316-ECAE-47DC-957B-980C747DF357}" destId="{2B093A00-4FA6-49CA-852B-C034AD09E78D}" srcOrd="4" destOrd="0" parTransId="{A9FC2698-EE25-4D03-B920-26CC4E842A17}" sibTransId="{D2564CDA-6025-4FDD-AF74-66821451AB1B}"/>
    <dgm:cxn modelId="{80480FB9-449C-47C8-8F83-3726D1F105AE}" type="presOf" srcId="{2A052316-ECAE-47DC-957B-980C747DF357}" destId="{B4C6F2BD-7B04-4961-A7D2-A38F14518705}" srcOrd="0" destOrd="0" presId="urn:microsoft.com/office/officeart/2005/8/layout/hProcess10"/>
    <dgm:cxn modelId="{BD45F7F2-345A-42B5-8D23-B46560B4F178}" type="presOf" srcId="{D84480A6-0BA5-4944-99FF-26613494A3C3}" destId="{2AB7494E-105D-4336-9561-8AF2C0C12037}" srcOrd="1" destOrd="0" presId="urn:microsoft.com/office/officeart/2005/8/layout/hProcess10"/>
    <dgm:cxn modelId="{640E136B-8FBC-455F-BFA8-72251B1D6C93}" type="presParOf" srcId="{B4C6F2BD-7B04-4961-A7D2-A38F14518705}" destId="{20D73882-3EC7-42BC-B5B3-0A69C6A8B1AA}" srcOrd="0" destOrd="0" presId="urn:microsoft.com/office/officeart/2005/8/layout/hProcess10"/>
    <dgm:cxn modelId="{6C842905-E634-4BEE-8DA0-A3838F479238}" type="presParOf" srcId="{20D73882-3EC7-42BC-B5B3-0A69C6A8B1AA}" destId="{37272525-01C1-4E50-88B9-95491BC783BC}" srcOrd="0" destOrd="0" presId="urn:microsoft.com/office/officeart/2005/8/layout/hProcess10"/>
    <dgm:cxn modelId="{B43EB6DD-9BA1-43D4-AB7F-0B3B552B40C6}" type="presParOf" srcId="{20D73882-3EC7-42BC-B5B3-0A69C6A8B1AA}" destId="{D3841A7F-A864-49B8-8302-CDCD9B60D151}" srcOrd="1" destOrd="0" presId="urn:microsoft.com/office/officeart/2005/8/layout/hProcess10"/>
    <dgm:cxn modelId="{54F7560F-B402-4926-B28F-A2F7877F4D5A}" type="presParOf" srcId="{B4C6F2BD-7B04-4961-A7D2-A38F14518705}" destId="{D0A5313D-3E23-4283-968F-EA6511F93E5B}" srcOrd="1" destOrd="0" presId="urn:microsoft.com/office/officeart/2005/8/layout/hProcess10"/>
    <dgm:cxn modelId="{FBD01F2A-A01E-4792-9570-DEDCF14B5807}" type="presParOf" srcId="{D0A5313D-3E23-4283-968F-EA6511F93E5B}" destId="{D81BE0C5-98B7-4C7A-B923-7CB4D7E3D039}" srcOrd="0" destOrd="0" presId="urn:microsoft.com/office/officeart/2005/8/layout/hProcess10"/>
    <dgm:cxn modelId="{C11C5AC2-31FB-43B0-9BA9-4A7833521505}" type="presParOf" srcId="{B4C6F2BD-7B04-4961-A7D2-A38F14518705}" destId="{A7F5EA41-95C7-4226-A484-DC87DBB44C0B}" srcOrd="2" destOrd="0" presId="urn:microsoft.com/office/officeart/2005/8/layout/hProcess10"/>
    <dgm:cxn modelId="{5AA05F98-09DD-4E27-94DA-BC44668E0294}" type="presParOf" srcId="{A7F5EA41-95C7-4226-A484-DC87DBB44C0B}" destId="{3123F4F3-66ED-4E76-B97D-BBA4BF3445C5}" srcOrd="0" destOrd="0" presId="urn:microsoft.com/office/officeart/2005/8/layout/hProcess10"/>
    <dgm:cxn modelId="{C4B5D1D4-2C00-4354-8424-9F88FA2040B1}" type="presParOf" srcId="{A7F5EA41-95C7-4226-A484-DC87DBB44C0B}" destId="{1594C452-5C05-48B8-8D59-FC224A93CA70}" srcOrd="1" destOrd="0" presId="urn:microsoft.com/office/officeart/2005/8/layout/hProcess10"/>
    <dgm:cxn modelId="{16798BAF-B321-43CB-87DC-DFE61A4192EB}" type="presParOf" srcId="{B4C6F2BD-7B04-4961-A7D2-A38F14518705}" destId="{CB8E4A8C-6F5D-4036-9608-DF5AB079E146}" srcOrd="3" destOrd="0" presId="urn:microsoft.com/office/officeart/2005/8/layout/hProcess10"/>
    <dgm:cxn modelId="{A5841EB2-A6E3-4C6F-90E0-FEC6DCA24595}" type="presParOf" srcId="{CB8E4A8C-6F5D-4036-9608-DF5AB079E146}" destId="{AC89F235-7CD3-4B86-8AA0-684F97E9F120}" srcOrd="0" destOrd="0" presId="urn:microsoft.com/office/officeart/2005/8/layout/hProcess10"/>
    <dgm:cxn modelId="{FF6452FA-2E16-437D-8CFA-D9ADB5423551}" type="presParOf" srcId="{B4C6F2BD-7B04-4961-A7D2-A38F14518705}" destId="{B1083E06-5537-470C-BDDF-853A41A83799}" srcOrd="4" destOrd="0" presId="urn:microsoft.com/office/officeart/2005/8/layout/hProcess10"/>
    <dgm:cxn modelId="{CEF2CDD4-08C3-4F3B-B5C2-302E4CA1B4F5}" type="presParOf" srcId="{B1083E06-5537-470C-BDDF-853A41A83799}" destId="{D98D0639-CD49-4F43-A37B-C39259EE0FA3}" srcOrd="0" destOrd="0" presId="urn:microsoft.com/office/officeart/2005/8/layout/hProcess10"/>
    <dgm:cxn modelId="{0E3DE824-530B-47C1-AB2B-290EAD32B51D}" type="presParOf" srcId="{B1083E06-5537-470C-BDDF-853A41A83799}" destId="{F420520C-698F-49E3-8B69-24A91C4E1DA8}" srcOrd="1" destOrd="0" presId="urn:microsoft.com/office/officeart/2005/8/layout/hProcess10"/>
    <dgm:cxn modelId="{A51CB027-F666-4448-A07B-1F94B455982D}" type="presParOf" srcId="{B4C6F2BD-7B04-4961-A7D2-A38F14518705}" destId="{86D3C126-3031-400D-BE26-0586704F7FD6}" srcOrd="5" destOrd="0" presId="urn:microsoft.com/office/officeart/2005/8/layout/hProcess10"/>
    <dgm:cxn modelId="{E570FD17-508F-4FD4-9AAC-40023B366699}" type="presParOf" srcId="{86D3C126-3031-400D-BE26-0586704F7FD6}" destId="{2AB7494E-105D-4336-9561-8AF2C0C12037}" srcOrd="0" destOrd="0" presId="urn:microsoft.com/office/officeart/2005/8/layout/hProcess10"/>
    <dgm:cxn modelId="{4CE955C5-F8FA-40CE-AF64-1A77F9E65A39}" type="presParOf" srcId="{B4C6F2BD-7B04-4961-A7D2-A38F14518705}" destId="{D3E81D88-9D4E-4E4C-ADB7-69E814876165}" srcOrd="6" destOrd="0" presId="urn:microsoft.com/office/officeart/2005/8/layout/hProcess10"/>
    <dgm:cxn modelId="{D079A17F-C951-4FC4-91EE-E12E57840547}" type="presParOf" srcId="{D3E81D88-9D4E-4E4C-ADB7-69E814876165}" destId="{CBD458E8-11E7-468B-98FA-395FE3FF9408}" srcOrd="0" destOrd="0" presId="urn:microsoft.com/office/officeart/2005/8/layout/hProcess10"/>
    <dgm:cxn modelId="{1A9E6399-CA7E-4583-8C5D-BA6696335878}" type="presParOf" srcId="{D3E81D88-9D4E-4E4C-ADB7-69E814876165}" destId="{3CAE2EFA-CA5D-4774-A6C6-A391B00C9E9B}" srcOrd="1" destOrd="0" presId="urn:microsoft.com/office/officeart/2005/8/layout/hProcess10"/>
    <dgm:cxn modelId="{2FB7F133-6C74-4C5E-98CE-2FEADDF2ECAB}" type="presParOf" srcId="{B4C6F2BD-7B04-4961-A7D2-A38F14518705}" destId="{24C8EC65-6655-4FB5-8BCD-A52C57FC23F6}" srcOrd="7" destOrd="0" presId="urn:microsoft.com/office/officeart/2005/8/layout/hProcess10"/>
    <dgm:cxn modelId="{B4D43227-AD74-4B38-85BE-7CED5B357E54}" type="presParOf" srcId="{24C8EC65-6655-4FB5-8BCD-A52C57FC23F6}" destId="{05D9463F-CFFA-4278-8111-563F6B6E19B2}" srcOrd="0" destOrd="0" presId="urn:microsoft.com/office/officeart/2005/8/layout/hProcess10"/>
    <dgm:cxn modelId="{DB027AF8-F4F4-4995-A13B-A45E6D916690}" type="presParOf" srcId="{B4C6F2BD-7B04-4961-A7D2-A38F14518705}" destId="{B57C27DF-39B8-46B4-96E6-BA8F69215016}" srcOrd="8" destOrd="0" presId="urn:microsoft.com/office/officeart/2005/8/layout/hProcess10"/>
    <dgm:cxn modelId="{430B813C-B752-4912-A1ED-9B8B96FB4C28}" type="presParOf" srcId="{B57C27DF-39B8-46B4-96E6-BA8F69215016}" destId="{611601BB-C9B1-4D17-8E56-F738EEA41EB1}" srcOrd="0" destOrd="0" presId="urn:microsoft.com/office/officeart/2005/8/layout/hProcess10"/>
    <dgm:cxn modelId="{C557962B-171F-4CD0-B73A-03195AB6B0FE}" type="presParOf" srcId="{B57C27DF-39B8-46B4-96E6-BA8F69215016}" destId="{60BBBE9F-795E-499E-8E64-560DBC6C2346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A272F5-F2F7-42B0-B7A4-57F422C7E7DD}" type="doc">
      <dgm:prSet loTypeId="urn:microsoft.com/office/officeart/2024/layout/NumberedLinear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E91B05-1905-4270-9C8C-32161EE982C7}">
      <dgm:prSet phldrT="[Text]" phldr="0"/>
      <dgm:spPr/>
      <dgm:t>
        <a:bodyPr/>
        <a:lstStyle/>
        <a:p>
          <a:r>
            <a:rPr lang="en-PH" dirty="0"/>
            <a:t>raw</a:t>
          </a:r>
          <a:endParaRPr lang="en-US" dirty="0"/>
        </a:p>
      </dgm:t>
    </dgm:pt>
    <dgm:pt modelId="{D06BFE1A-A8F1-441D-924D-BA3ED9BAD57C}" type="parTrans" cxnId="{5405A800-FC1A-46AC-A8AB-1FD9D9551871}">
      <dgm:prSet/>
      <dgm:spPr/>
      <dgm:t>
        <a:bodyPr/>
        <a:lstStyle/>
        <a:p>
          <a:endParaRPr lang="en-US"/>
        </a:p>
      </dgm:t>
    </dgm:pt>
    <dgm:pt modelId="{0353EE38-F9D6-487B-BC46-6BDE303225F9}" type="sibTrans" cxnId="{5405A800-FC1A-46AC-A8AB-1FD9D9551871}">
      <dgm:prSet phldrT="1" phldr="0"/>
      <dgm:spPr/>
      <dgm:t>
        <a:bodyPr/>
        <a:lstStyle/>
        <a:p>
          <a:r>
            <a:t>1</a:t>
          </a:r>
        </a:p>
      </dgm:t>
    </dgm:pt>
    <dgm:pt modelId="{610EF3AD-7342-4911-A0D8-C93BED613021}">
      <dgm:prSet phldrT="[Text]" phldr="0"/>
      <dgm:spPr/>
      <dgm:t>
        <a:bodyPr/>
        <a:lstStyle/>
        <a:p>
          <a:r>
            <a:rPr lang="en-PH" dirty="0"/>
            <a:t>transform model</a:t>
          </a:r>
          <a:endParaRPr lang="en-US" dirty="0"/>
        </a:p>
      </dgm:t>
    </dgm:pt>
    <dgm:pt modelId="{E4B2291C-5F3F-4627-A537-42D46D0EC867}" type="parTrans" cxnId="{EE4DC896-5DD9-410B-8401-D5262C9AA2CE}">
      <dgm:prSet/>
      <dgm:spPr/>
      <dgm:t>
        <a:bodyPr/>
        <a:lstStyle/>
        <a:p>
          <a:endParaRPr lang="en-US"/>
        </a:p>
      </dgm:t>
    </dgm:pt>
    <dgm:pt modelId="{FBFA59BB-A641-4CD0-ADC5-2162C378266D}" type="sibTrans" cxnId="{EE4DC896-5DD9-410B-8401-D5262C9AA2CE}">
      <dgm:prSet phldrT="2" phldr="0"/>
      <dgm:spPr/>
      <dgm:t>
        <a:bodyPr/>
        <a:lstStyle/>
        <a:p>
          <a:r>
            <a:t>2</a:t>
          </a:r>
        </a:p>
      </dgm:t>
    </dgm:pt>
    <dgm:pt modelId="{70DC2B8C-55DF-43DB-B109-5B09B8A507A0}">
      <dgm:prSet phldrT="[Text]" phldr="0"/>
      <dgm:spPr/>
      <dgm:t>
        <a:bodyPr/>
        <a:lstStyle/>
        <a:p>
          <a:r>
            <a:rPr lang="en-PH" dirty="0"/>
            <a:t>database staging table</a:t>
          </a:r>
          <a:endParaRPr lang="en-US" dirty="0"/>
        </a:p>
      </dgm:t>
    </dgm:pt>
    <dgm:pt modelId="{E943CE84-8A76-41B6-A092-416A9F6D541D}" type="parTrans" cxnId="{B82453E7-CE34-4C3B-84B7-B3B81BD21595}">
      <dgm:prSet/>
      <dgm:spPr/>
      <dgm:t>
        <a:bodyPr/>
        <a:lstStyle/>
        <a:p>
          <a:endParaRPr lang="en-US"/>
        </a:p>
      </dgm:t>
    </dgm:pt>
    <dgm:pt modelId="{9A9E7BFA-7AA6-4E47-BCFE-B7BE91613195}" type="sibTrans" cxnId="{B82453E7-CE34-4C3B-84B7-B3B81BD21595}">
      <dgm:prSet phldrT="3" phldr="0"/>
      <dgm:spPr/>
      <dgm:t>
        <a:bodyPr/>
        <a:lstStyle/>
        <a:p>
          <a:r>
            <a:t>3</a:t>
          </a:r>
        </a:p>
      </dgm:t>
    </dgm:pt>
    <dgm:pt modelId="{B5B41225-E303-4A18-8A16-6022AE59AD4C}" type="pres">
      <dgm:prSet presAssocID="{B8A272F5-F2F7-42B0-B7A4-57F422C7E7DD}" presName="linearFlow" presStyleCnt="0">
        <dgm:presLayoutVars>
          <dgm:dir/>
          <dgm:animLvl val="lvl"/>
          <dgm:resizeHandles val="exact"/>
        </dgm:presLayoutVars>
      </dgm:prSet>
      <dgm:spPr/>
    </dgm:pt>
    <dgm:pt modelId="{F998FE4E-2C8E-4AD8-B6CB-E95C0A211F9F}" type="pres">
      <dgm:prSet presAssocID="{ADE91B05-1905-4270-9C8C-32161EE982C7}" presName="compositeNode" presStyleCnt="0"/>
      <dgm:spPr/>
    </dgm:pt>
    <dgm:pt modelId="{199EA7E0-16C1-4CDE-819C-8DE61B22D4EB}" type="pres">
      <dgm:prSet presAssocID="{ADE91B05-1905-4270-9C8C-32161EE982C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36BC19E-FDAE-4578-8526-F342913B24D7}" type="pres">
      <dgm:prSet presAssocID="{ADE91B05-1905-4270-9C8C-32161EE982C7}" presName="parSh" presStyleCnt="0"/>
      <dgm:spPr/>
    </dgm:pt>
    <dgm:pt modelId="{685D018A-9B46-4976-A2F7-5376BA989992}" type="pres">
      <dgm:prSet presAssocID="{ADE91B05-1905-4270-9C8C-32161EE982C7}" presName="lineNode" presStyleLbl="alignNode1" presStyleIdx="0" presStyleCnt="9"/>
      <dgm:spPr/>
    </dgm:pt>
    <dgm:pt modelId="{9089FBBA-3874-472B-ACDD-C1090EECBF62}" type="pres">
      <dgm:prSet presAssocID="{ADE91B05-1905-4270-9C8C-32161EE982C7}" presName="lineArrowNode" presStyleLbl="alignNode1" presStyleIdx="1" presStyleCnt="9"/>
      <dgm:spPr/>
    </dgm:pt>
    <dgm:pt modelId="{FA43C4E2-BB90-4FE1-99F0-2C7C1A5F1406}" type="pres">
      <dgm:prSet presAssocID="{0353EE38-F9D6-487B-BC46-6BDE303225F9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ECCEB1AC-147E-4FE1-A982-52A9FA4AC0A8}" type="pres">
      <dgm:prSet presAssocID="{0353EE38-F9D6-487B-BC46-6BDE303225F9}" presName="spacerBetweenCircleAndCallout" presStyleCnt="0">
        <dgm:presLayoutVars/>
      </dgm:prSet>
      <dgm:spPr/>
    </dgm:pt>
    <dgm:pt modelId="{255A3CE4-7F16-4A1F-8B6F-56EE2A473EE6}" type="pres">
      <dgm:prSet presAssocID="{0353EE38-F9D6-487B-BC46-6BDE303225F9}" presName="verticalConnector" presStyleLbl="alignAccFollowNode1" presStyleIdx="0" presStyleCnt="3"/>
      <dgm:spPr/>
    </dgm:pt>
    <dgm:pt modelId="{6EFDBCF5-1D1A-4AFE-BE74-426633379CDE}" type="pres">
      <dgm:prSet presAssocID="{ADE91B05-1905-4270-9C8C-32161EE982C7}" presName="nodeText" presStyleLbl="fgAcc1" presStyleIdx="0" presStyleCnt="3">
        <dgm:presLayoutVars>
          <dgm:bulletEnabled val="1"/>
        </dgm:presLayoutVars>
      </dgm:prSet>
      <dgm:spPr/>
    </dgm:pt>
    <dgm:pt modelId="{392179DA-7A1C-407F-8737-2A5D1760EEC0}" type="pres">
      <dgm:prSet presAssocID="{0353EE38-F9D6-487B-BC46-6BDE303225F9}" presName="sibTransComposite" presStyleCnt="0"/>
      <dgm:spPr/>
    </dgm:pt>
    <dgm:pt modelId="{5A149A99-8632-4FC9-BFBB-B617578F9F24}" type="pres">
      <dgm:prSet presAssocID="{610EF3AD-7342-4911-A0D8-C93BED613021}" presName="compositeNode" presStyleCnt="0"/>
      <dgm:spPr/>
    </dgm:pt>
    <dgm:pt modelId="{B3235EFF-CF2E-47CA-A27D-0762C4C63D20}" type="pres">
      <dgm:prSet presAssocID="{610EF3AD-7342-4911-A0D8-C93BED61302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59403FA-EC62-4361-96A1-93348CAC318F}" type="pres">
      <dgm:prSet presAssocID="{610EF3AD-7342-4911-A0D8-C93BED613021}" presName="parSh" presStyleCnt="0"/>
      <dgm:spPr/>
    </dgm:pt>
    <dgm:pt modelId="{6F36F089-8D86-48AC-B4F2-56F3C59356C3}" type="pres">
      <dgm:prSet presAssocID="{610EF3AD-7342-4911-A0D8-C93BED613021}" presName="lineNode" presStyleLbl="alignNode1" presStyleIdx="3" presStyleCnt="9"/>
      <dgm:spPr/>
    </dgm:pt>
    <dgm:pt modelId="{45D857B1-34E0-4817-9C86-C1C21D452A5A}" type="pres">
      <dgm:prSet presAssocID="{610EF3AD-7342-4911-A0D8-C93BED613021}" presName="lineArrowNode" presStyleLbl="alignNode1" presStyleIdx="4" presStyleCnt="9"/>
      <dgm:spPr/>
    </dgm:pt>
    <dgm:pt modelId="{3CCEFF7A-8920-4277-8CE0-56C6AD687008}" type="pres">
      <dgm:prSet presAssocID="{FBFA59BB-A641-4CD0-ADC5-2162C378266D}" presName="sibTransNodeCircle" presStyleLbl="alignNode1" presStyleIdx="5" presStyleCnt="9">
        <dgm:presLayoutVars>
          <dgm:chMax val="0"/>
          <dgm:bulletEnabled/>
        </dgm:presLayoutVars>
      </dgm:prSet>
      <dgm:spPr/>
    </dgm:pt>
    <dgm:pt modelId="{882E626E-A1BC-4783-B067-C63593E3FF13}" type="pres">
      <dgm:prSet presAssocID="{FBFA59BB-A641-4CD0-ADC5-2162C378266D}" presName="spacerBetweenCircleAndCallout" presStyleCnt="0">
        <dgm:presLayoutVars/>
      </dgm:prSet>
      <dgm:spPr/>
    </dgm:pt>
    <dgm:pt modelId="{E61E1380-DDA2-4C6A-A9EF-58028E10DB8F}" type="pres">
      <dgm:prSet presAssocID="{FBFA59BB-A641-4CD0-ADC5-2162C378266D}" presName="verticalConnector" presStyleLbl="alignAccFollowNode1" presStyleIdx="1" presStyleCnt="3"/>
      <dgm:spPr/>
    </dgm:pt>
    <dgm:pt modelId="{5BAF2EE6-6E86-447C-99AD-3DFAE08679FC}" type="pres">
      <dgm:prSet presAssocID="{610EF3AD-7342-4911-A0D8-C93BED613021}" presName="nodeText" presStyleLbl="fgAcc1" presStyleIdx="1" presStyleCnt="3">
        <dgm:presLayoutVars>
          <dgm:bulletEnabled val="1"/>
        </dgm:presLayoutVars>
      </dgm:prSet>
      <dgm:spPr/>
    </dgm:pt>
    <dgm:pt modelId="{D2F2B6EF-D875-4970-B04B-47C9E62B9473}" type="pres">
      <dgm:prSet presAssocID="{FBFA59BB-A641-4CD0-ADC5-2162C378266D}" presName="sibTransComposite" presStyleCnt="0"/>
      <dgm:spPr/>
    </dgm:pt>
    <dgm:pt modelId="{C35956BF-E4CC-4FB4-A064-321C97DE02ED}" type="pres">
      <dgm:prSet presAssocID="{70DC2B8C-55DF-43DB-B109-5B09B8A507A0}" presName="compositeNode" presStyleCnt="0"/>
      <dgm:spPr/>
    </dgm:pt>
    <dgm:pt modelId="{A29489E0-82FA-4A87-9498-1860AA2F2B67}" type="pres">
      <dgm:prSet presAssocID="{70DC2B8C-55DF-43DB-B109-5B09B8A507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03C0658-8B08-44C0-889F-C912F610BEC6}" type="pres">
      <dgm:prSet presAssocID="{70DC2B8C-55DF-43DB-B109-5B09B8A507A0}" presName="parSh" presStyleCnt="0"/>
      <dgm:spPr/>
    </dgm:pt>
    <dgm:pt modelId="{94A0493A-1608-483E-ACF6-C495A104F876}" type="pres">
      <dgm:prSet presAssocID="{70DC2B8C-55DF-43DB-B109-5B09B8A507A0}" presName="lineNode" presStyleLbl="alignNode1" presStyleIdx="6" presStyleCnt="9"/>
      <dgm:spPr/>
    </dgm:pt>
    <dgm:pt modelId="{4200BDB3-7979-46DB-8770-AAE99F0F0D85}" type="pres">
      <dgm:prSet presAssocID="{70DC2B8C-55DF-43DB-B109-5B09B8A507A0}" presName="lineArrowNode" presStyleLbl="alignNode1" presStyleIdx="7" presStyleCnt="9"/>
      <dgm:spPr/>
    </dgm:pt>
    <dgm:pt modelId="{DC6907B2-1898-4035-8F42-B61D71E7ADC9}" type="pres">
      <dgm:prSet presAssocID="{9A9E7BFA-7AA6-4E47-BCFE-B7BE91613195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1C785A38-7D5D-4493-80E8-9B7FE1752A84}" type="pres">
      <dgm:prSet presAssocID="{9A9E7BFA-7AA6-4E47-BCFE-B7BE91613195}" presName="spacerBetweenCircleAndCallout" presStyleCnt="0">
        <dgm:presLayoutVars/>
      </dgm:prSet>
      <dgm:spPr/>
    </dgm:pt>
    <dgm:pt modelId="{6A1E8AFF-23A3-4012-B207-C95438114126}" type="pres">
      <dgm:prSet presAssocID="{9A9E7BFA-7AA6-4E47-BCFE-B7BE91613195}" presName="verticalConnector" presStyleLbl="alignAccFollowNode1" presStyleIdx="2" presStyleCnt="3"/>
      <dgm:spPr/>
    </dgm:pt>
    <dgm:pt modelId="{BA649EE5-33F6-4F9F-A7B8-7BA78AFF25DF}" type="pres">
      <dgm:prSet presAssocID="{70DC2B8C-55DF-43DB-B109-5B09B8A507A0}" presName="nodeText" presStyleLbl="fgAcc1" presStyleIdx="2" presStyleCnt="3">
        <dgm:presLayoutVars>
          <dgm:bulletEnabled val="1"/>
        </dgm:presLayoutVars>
      </dgm:prSet>
      <dgm:spPr/>
    </dgm:pt>
  </dgm:ptLst>
  <dgm:cxnLst>
    <dgm:cxn modelId="{5405A800-FC1A-46AC-A8AB-1FD9D9551871}" srcId="{B8A272F5-F2F7-42B0-B7A4-57F422C7E7DD}" destId="{ADE91B05-1905-4270-9C8C-32161EE982C7}" srcOrd="0" destOrd="0" parTransId="{D06BFE1A-A8F1-441D-924D-BA3ED9BAD57C}" sibTransId="{0353EE38-F9D6-487B-BC46-6BDE303225F9}"/>
    <dgm:cxn modelId="{1AFF9709-D3A0-4470-8051-CECFF8592033}" type="presOf" srcId="{70DC2B8C-55DF-43DB-B109-5B09B8A507A0}" destId="{4200BDB3-7979-46DB-8770-AAE99F0F0D85}" srcOrd="0" destOrd="0" presId="urn:microsoft.com/office/officeart/2024/layout/NumberedLinearArrowProcess"/>
    <dgm:cxn modelId="{6B59922E-1D2D-4F31-BF1B-91B561A01E2B}" type="presOf" srcId="{B8A272F5-F2F7-42B0-B7A4-57F422C7E7DD}" destId="{B5B41225-E303-4A18-8A16-6022AE59AD4C}" srcOrd="0" destOrd="0" presId="urn:microsoft.com/office/officeart/2024/layout/NumberedLinearArrowProcess"/>
    <dgm:cxn modelId="{B4F2D965-026E-4074-8050-5CC869B437C6}" type="presOf" srcId="{70DC2B8C-55DF-43DB-B109-5B09B8A507A0}" destId="{BA649EE5-33F6-4F9F-A7B8-7BA78AFF25DF}" srcOrd="1" destOrd="0" presId="urn:microsoft.com/office/officeart/2024/layout/NumberedLinearArrowProcess"/>
    <dgm:cxn modelId="{F60DAB6D-3B02-4621-BD5F-A2638BD44A32}" type="presOf" srcId="{9A9E7BFA-7AA6-4E47-BCFE-B7BE91613195}" destId="{DC6907B2-1898-4035-8F42-B61D71E7ADC9}" srcOrd="0" destOrd="0" presId="urn:microsoft.com/office/officeart/2024/layout/NumberedLinearArrowProcess"/>
    <dgm:cxn modelId="{094FDD50-14F0-4408-B29B-62E0F8306A4C}" type="presOf" srcId="{ADE91B05-1905-4270-9C8C-32161EE982C7}" destId="{9089FBBA-3874-472B-ACDD-C1090EECBF62}" srcOrd="0" destOrd="0" presId="urn:microsoft.com/office/officeart/2024/layout/NumberedLinearArrowProcess"/>
    <dgm:cxn modelId="{8EFEE050-0894-4246-A5D1-D9BCE3DCB6EE}" type="presOf" srcId="{FBFA59BB-A641-4CD0-ADC5-2162C378266D}" destId="{3CCEFF7A-8920-4277-8CE0-56C6AD687008}" srcOrd="0" destOrd="0" presId="urn:microsoft.com/office/officeart/2024/layout/NumberedLinearArrowProcess"/>
    <dgm:cxn modelId="{B7554887-EC2C-4123-BAC6-B0046078E9B8}" type="presOf" srcId="{ADE91B05-1905-4270-9C8C-32161EE982C7}" destId="{6EFDBCF5-1D1A-4AFE-BE74-426633379CDE}" srcOrd="1" destOrd="0" presId="urn:microsoft.com/office/officeart/2024/layout/NumberedLinearArrowProcess"/>
    <dgm:cxn modelId="{EE4DC896-5DD9-410B-8401-D5262C9AA2CE}" srcId="{B8A272F5-F2F7-42B0-B7A4-57F422C7E7DD}" destId="{610EF3AD-7342-4911-A0D8-C93BED613021}" srcOrd="1" destOrd="0" parTransId="{E4B2291C-5F3F-4627-A537-42D46D0EC867}" sibTransId="{FBFA59BB-A641-4CD0-ADC5-2162C378266D}"/>
    <dgm:cxn modelId="{8C271C97-9C79-44E6-B8FE-7E60F0E5283F}" type="presOf" srcId="{0353EE38-F9D6-487B-BC46-6BDE303225F9}" destId="{FA43C4E2-BB90-4FE1-99F0-2C7C1A5F1406}" srcOrd="0" destOrd="0" presId="urn:microsoft.com/office/officeart/2024/layout/NumberedLinearArrowProcess"/>
    <dgm:cxn modelId="{DB583CA4-2964-40D0-ADF3-425508D29246}" type="presOf" srcId="{610EF3AD-7342-4911-A0D8-C93BED613021}" destId="{5BAF2EE6-6E86-447C-99AD-3DFAE08679FC}" srcOrd="1" destOrd="0" presId="urn:microsoft.com/office/officeart/2024/layout/NumberedLinearArrowProcess"/>
    <dgm:cxn modelId="{07C659CE-7DF8-4986-9A95-5FBC9D282555}" type="presOf" srcId="{610EF3AD-7342-4911-A0D8-C93BED613021}" destId="{45D857B1-34E0-4817-9C86-C1C21D452A5A}" srcOrd="0" destOrd="0" presId="urn:microsoft.com/office/officeart/2024/layout/NumberedLinearArrowProcess"/>
    <dgm:cxn modelId="{B82453E7-CE34-4C3B-84B7-B3B81BD21595}" srcId="{B8A272F5-F2F7-42B0-B7A4-57F422C7E7DD}" destId="{70DC2B8C-55DF-43DB-B109-5B09B8A507A0}" srcOrd="2" destOrd="0" parTransId="{E943CE84-8A76-41B6-A092-416A9F6D541D}" sibTransId="{9A9E7BFA-7AA6-4E47-BCFE-B7BE91613195}"/>
    <dgm:cxn modelId="{75E7ADC7-8D57-48ED-8A06-72E91FC74670}" type="presParOf" srcId="{B5B41225-E303-4A18-8A16-6022AE59AD4C}" destId="{F998FE4E-2C8E-4AD8-B6CB-E95C0A211F9F}" srcOrd="0" destOrd="0" presId="urn:microsoft.com/office/officeart/2024/layout/NumberedLinearArrowProcess"/>
    <dgm:cxn modelId="{F15B74A3-7358-4F11-A252-B3487A81236D}" type="presParOf" srcId="{F998FE4E-2C8E-4AD8-B6CB-E95C0A211F9F}" destId="{199EA7E0-16C1-4CDE-819C-8DE61B22D4EB}" srcOrd="0" destOrd="0" presId="urn:microsoft.com/office/officeart/2024/layout/NumberedLinearArrowProcess"/>
    <dgm:cxn modelId="{E2436104-D180-480C-BB0F-F577AD206263}" type="presParOf" srcId="{F998FE4E-2C8E-4AD8-B6CB-E95C0A211F9F}" destId="{A36BC19E-FDAE-4578-8526-F342913B24D7}" srcOrd="1" destOrd="0" presId="urn:microsoft.com/office/officeart/2024/layout/NumberedLinearArrowProcess"/>
    <dgm:cxn modelId="{E6DD77ED-7B5E-4E88-A72C-B78CDE64861B}" type="presParOf" srcId="{A36BC19E-FDAE-4578-8526-F342913B24D7}" destId="{685D018A-9B46-4976-A2F7-5376BA989992}" srcOrd="0" destOrd="0" presId="urn:microsoft.com/office/officeart/2024/layout/NumberedLinearArrowProcess"/>
    <dgm:cxn modelId="{723ADF50-0558-4D1E-AB6C-1108F6927A83}" type="presParOf" srcId="{A36BC19E-FDAE-4578-8526-F342913B24D7}" destId="{9089FBBA-3874-472B-ACDD-C1090EECBF62}" srcOrd="1" destOrd="0" presId="urn:microsoft.com/office/officeart/2024/layout/NumberedLinearArrowProcess"/>
    <dgm:cxn modelId="{946F9A70-F997-4994-A2C7-8FCF69D24C99}" type="presParOf" srcId="{A36BC19E-FDAE-4578-8526-F342913B24D7}" destId="{FA43C4E2-BB90-4FE1-99F0-2C7C1A5F1406}" srcOrd="2" destOrd="0" presId="urn:microsoft.com/office/officeart/2024/layout/NumberedLinearArrowProcess"/>
    <dgm:cxn modelId="{1D2A8A92-7D02-4577-BA53-899825133857}" type="presParOf" srcId="{A36BC19E-FDAE-4578-8526-F342913B24D7}" destId="{ECCEB1AC-147E-4FE1-A982-52A9FA4AC0A8}" srcOrd="3" destOrd="0" presId="urn:microsoft.com/office/officeart/2024/layout/NumberedLinearArrowProcess"/>
    <dgm:cxn modelId="{2081E5C4-1298-43EC-AFDE-2BEE097BA276}" type="presParOf" srcId="{A36BC19E-FDAE-4578-8526-F342913B24D7}" destId="{255A3CE4-7F16-4A1F-8B6F-56EE2A473EE6}" srcOrd="4" destOrd="0" presId="urn:microsoft.com/office/officeart/2024/layout/NumberedLinearArrowProcess"/>
    <dgm:cxn modelId="{21803C05-4B9F-4BE2-AFD4-173CB5FFA142}" type="presParOf" srcId="{F998FE4E-2C8E-4AD8-B6CB-E95C0A211F9F}" destId="{6EFDBCF5-1D1A-4AFE-BE74-426633379CDE}" srcOrd="2" destOrd="0" presId="urn:microsoft.com/office/officeart/2024/layout/NumberedLinearArrowProcess"/>
    <dgm:cxn modelId="{BE6263CF-88AA-4567-9C8F-43307AC8931D}" type="presParOf" srcId="{B5B41225-E303-4A18-8A16-6022AE59AD4C}" destId="{392179DA-7A1C-407F-8737-2A5D1760EEC0}" srcOrd="1" destOrd="0" presId="urn:microsoft.com/office/officeart/2024/layout/NumberedLinearArrowProcess"/>
    <dgm:cxn modelId="{D787AD4A-EDB6-4300-81CF-19767F7EDE53}" type="presParOf" srcId="{B5B41225-E303-4A18-8A16-6022AE59AD4C}" destId="{5A149A99-8632-4FC9-BFBB-B617578F9F24}" srcOrd="2" destOrd="0" presId="urn:microsoft.com/office/officeart/2024/layout/NumberedLinearArrowProcess"/>
    <dgm:cxn modelId="{E2BA599D-9345-48E7-94D1-D9825BE0DA88}" type="presParOf" srcId="{5A149A99-8632-4FC9-BFBB-B617578F9F24}" destId="{B3235EFF-CF2E-47CA-A27D-0762C4C63D20}" srcOrd="0" destOrd="0" presId="urn:microsoft.com/office/officeart/2024/layout/NumberedLinearArrowProcess"/>
    <dgm:cxn modelId="{25E9D347-6D92-4772-867A-83DC9EADAD77}" type="presParOf" srcId="{5A149A99-8632-4FC9-BFBB-B617578F9F24}" destId="{A59403FA-EC62-4361-96A1-93348CAC318F}" srcOrd="1" destOrd="0" presId="urn:microsoft.com/office/officeart/2024/layout/NumberedLinearArrowProcess"/>
    <dgm:cxn modelId="{BFC57BC9-9A60-4C2D-9CE7-712B0A365919}" type="presParOf" srcId="{A59403FA-EC62-4361-96A1-93348CAC318F}" destId="{6F36F089-8D86-48AC-B4F2-56F3C59356C3}" srcOrd="0" destOrd="0" presId="urn:microsoft.com/office/officeart/2024/layout/NumberedLinearArrowProcess"/>
    <dgm:cxn modelId="{F3F0EE69-3E31-490B-9BD9-4BCF915F8BF2}" type="presParOf" srcId="{A59403FA-EC62-4361-96A1-93348CAC318F}" destId="{45D857B1-34E0-4817-9C86-C1C21D452A5A}" srcOrd="1" destOrd="0" presId="urn:microsoft.com/office/officeart/2024/layout/NumberedLinearArrowProcess"/>
    <dgm:cxn modelId="{3D25424F-AD14-4E06-8F8A-30EF576955B5}" type="presParOf" srcId="{A59403FA-EC62-4361-96A1-93348CAC318F}" destId="{3CCEFF7A-8920-4277-8CE0-56C6AD687008}" srcOrd="2" destOrd="0" presId="urn:microsoft.com/office/officeart/2024/layout/NumberedLinearArrowProcess"/>
    <dgm:cxn modelId="{4765ACCA-DD38-4C75-8364-A8D5444BDCBA}" type="presParOf" srcId="{A59403FA-EC62-4361-96A1-93348CAC318F}" destId="{882E626E-A1BC-4783-B067-C63593E3FF13}" srcOrd="3" destOrd="0" presId="urn:microsoft.com/office/officeart/2024/layout/NumberedLinearArrowProcess"/>
    <dgm:cxn modelId="{349E2584-50E4-494B-B3AC-C18D71C6EEAF}" type="presParOf" srcId="{A59403FA-EC62-4361-96A1-93348CAC318F}" destId="{E61E1380-DDA2-4C6A-A9EF-58028E10DB8F}" srcOrd="4" destOrd="0" presId="urn:microsoft.com/office/officeart/2024/layout/NumberedLinearArrowProcess"/>
    <dgm:cxn modelId="{92072FB7-A422-4D8F-8B53-AD1BE34B2C1B}" type="presParOf" srcId="{5A149A99-8632-4FC9-BFBB-B617578F9F24}" destId="{5BAF2EE6-6E86-447C-99AD-3DFAE08679FC}" srcOrd="2" destOrd="0" presId="urn:microsoft.com/office/officeart/2024/layout/NumberedLinearArrowProcess"/>
    <dgm:cxn modelId="{8315816B-359A-4C15-B514-D3544436126B}" type="presParOf" srcId="{B5B41225-E303-4A18-8A16-6022AE59AD4C}" destId="{D2F2B6EF-D875-4970-B04B-47C9E62B9473}" srcOrd="3" destOrd="0" presId="urn:microsoft.com/office/officeart/2024/layout/NumberedLinearArrowProcess"/>
    <dgm:cxn modelId="{661FA016-FBB9-4E9D-BA8A-3AFBBC0CF39E}" type="presParOf" srcId="{B5B41225-E303-4A18-8A16-6022AE59AD4C}" destId="{C35956BF-E4CC-4FB4-A064-321C97DE02ED}" srcOrd="4" destOrd="0" presId="urn:microsoft.com/office/officeart/2024/layout/NumberedLinearArrowProcess"/>
    <dgm:cxn modelId="{4B2113D7-92C4-4E93-BCCE-279BD30578BC}" type="presParOf" srcId="{C35956BF-E4CC-4FB4-A064-321C97DE02ED}" destId="{A29489E0-82FA-4A87-9498-1860AA2F2B67}" srcOrd="0" destOrd="0" presId="urn:microsoft.com/office/officeart/2024/layout/NumberedLinearArrowProcess"/>
    <dgm:cxn modelId="{A7629200-C805-4E86-BEFB-4297BCF9D713}" type="presParOf" srcId="{C35956BF-E4CC-4FB4-A064-321C97DE02ED}" destId="{D03C0658-8B08-44C0-889F-C912F610BEC6}" srcOrd="1" destOrd="0" presId="urn:microsoft.com/office/officeart/2024/layout/NumberedLinearArrowProcess"/>
    <dgm:cxn modelId="{9ED5B29D-8E45-4E0F-BF4F-4E3C023B179A}" type="presParOf" srcId="{D03C0658-8B08-44C0-889F-C912F610BEC6}" destId="{94A0493A-1608-483E-ACF6-C495A104F876}" srcOrd="0" destOrd="0" presId="urn:microsoft.com/office/officeart/2024/layout/NumberedLinearArrowProcess"/>
    <dgm:cxn modelId="{B1C4A9B4-2E9A-4A0B-A870-AC5A86F195FD}" type="presParOf" srcId="{D03C0658-8B08-44C0-889F-C912F610BEC6}" destId="{4200BDB3-7979-46DB-8770-AAE99F0F0D85}" srcOrd="1" destOrd="0" presId="urn:microsoft.com/office/officeart/2024/layout/NumberedLinearArrowProcess"/>
    <dgm:cxn modelId="{BE672AE1-E99F-4589-9A7D-9B56062102FC}" type="presParOf" srcId="{D03C0658-8B08-44C0-889F-C912F610BEC6}" destId="{DC6907B2-1898-4035-8F42-B61D71E7ADC9}" srcOrd="2" destOrd="0" presId="urn:microsoft.com/office/officeart/2024/layout/NumberedLinearArrowProcess"/>
    <dgm:cxn modelId="{E3A0CBB5-3F91-4511-8C14-3B8965B3B147}" type="presParOf" srcId="{D03C0658-8B08-44C0-889F-C912F610BEC6}" destId="{1C785A38-7D5D-4493-80E8-9B7FE1752A84}" srcOrd="3" destOrd="0" presId="urn:microsoft.com/office/officeart/2024/layout/NumberedLinearArrowProcess"/>
    <dgm:cxn modelId="{90028817-AF3C-4A8B-9744-08F4D5A84121}" type="presParOf" srcId="{D03C0658-8B08-44C0-889F-C912F610BEC6}" destId="{6A1E8AFF-23A3-4012-B207-C95438114126}" srcOrd="4" destOrd="0" presId="urn:microsoft.com/office/officeart/2024/layout/NumberedLinearArrowProcess"/>
    <dgm:cxn modelId="{58D37625-73B5-4347-B0F6-D6F95012204C}" type="presParOf" srcId="{C35956BF-E4CC-4FB4-A064-321C97DE02ED}" destId="{BA649EE5-33F6-4F9F-A7B8-7BA78AFF25DF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32E64F-C13B-4438-8104-5A6C678796CF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CA574E1-F69D-477B-9E63-2372FCA7A894}">
      <dgm:prSet phldrT="[Text]" phldr="0"/>
      <dgm:spPr/>
      <dgm:t>
        <a:bodyPr/>
        <a:lstStyle/>
        <a:p>
          <a:r>
            <a:rPr lang="en-PH" dirty="0"/>
            <a:t>Speed</a:t>
          </a:r>
          <a:endParaRPr lang="en-US" dirty="0"/>
        </a:p>
      </dgm:t>
    </dgm:pt>
    <dgm:pt modelId="{4564AE04-9B16-47C3-9626-930C41C9285F}" type="parTrans" cxnId="{CF7B7F52-29F3-4518-9983-CE810036632D}">
      <dgm:prSet/>
      <dgm:spPr/>
      <dgm:t>
        <a:bodyPr/>
        <a:lstStyle/>
        <a:p>
          <a:endParaRPr lang="en-US"/>
        </a:p>
      </dgm:t>
    </dgm:pt>
    <dgm:pt modelId="{3D2C84C7-260C-46FB-A504-C6776ACD4C30}" type="sibTrans" cxnId="{CF7B7F52-29F3-4518-9983-CE810036632D}">
      <dgm:prSet/>
      <dgm:spPr/>
      <dgm:t>
        <a:bodyPr/>
        <a:lstStyle/>
        <a:p>
          <a:endParaRPr lang="en-US"/>
        </a:p>
      </dgm:t>
    </dgm:pt>
    <dgm:pt modelId="{B4CCF4CA-F474-4EAF-B158-775590576F34}">
      <dgm:prSet phldrT="[Text]" phldr="0"/>
      <dgm:spPr/>
      <dgm:t>
        <a:bodyPr/>
        <a:lstStyle/>
        <a:p>
          <a:r>
            <a:rPr lang="en-PH" dirty="0"/>
            <a:t>Accuracy</a:t>
          </a:r>
          <a:endParaRPr lang="en-US" dirty="0"/>
        </a:p>
      </dgm:t>
    </dgm:pt>
    <dgm:pt modelId="{E799905C-7E60-4720-AD94-881B05E3E96C}" type="parTrans" cxnId="{545F5C1D-0076-4371-9226-63F9FCC7B6F4}">
      <dgm:prSet/>
      <dgm:spPr/>
      <dgm:t>
        <a:bodyPr/>
        <a:lstStyle/>
        <a:p>
          <a:endParaRPr lang="en-US"/>
        </a:p>
      </dgm:t>
    </dgm:pt>
    <dgm:pt modelId="{5D309B24-0831-4BF9-8C58-0A2D33CEFB62}" type="sibTrans" cxnId="{545F5C1D-0076-4371-9226-63F9FCC7B6F4}">
      <dgm:prSet/>
      <dgm:spPr/>
      <dgm:t>
        <a:bodyPr/>
        <a:lstStyle/>
        <a:p>
          <a:endParaRPr lang="en-US"/>
        </a:p>
      </dgm:t>
    </dgm:pt>
    <dgm:pt modelId="{E1300E86-3F59-4181-9C76-5F3A520DF53A}">
      <dgm:prSet phldrT="[Text]" phldr="0"/>
      <dgm:spPr/>
      <dgm:t>
        <a:bodyPr/>
        <a:lstStyle/>
        <a:p>
          <a:r>
            <a:rPr lang="en-PH" dirty="0"/>
            <a:t>Automation</a:t>
          </a:r>
          <a:endParaRPr lang="en-US" dirty="0"/>
        </a:p>
      </dgm:t>
    </dgm:pt>
    <dgm:pt modelId="{ECAF3E2E-E638-4042-818C-93954742F1AF}" type="parTrans" cxnId="{70824F51-EACD-4BB9-A3C5-B2EF4120CE0A}">
      <dgm:prSet/>
      <dgm:spPr/>
      <dgm:t>
        <a:bodyPr/>
        <a:lstStyle/>
        <a:p>
          <a:endParaRPr lang="en-US"/>
        </a:p>
      </dgm:t>
    </dgm:pt>
    <dgm:pt modelId="{3BC44D11-D6AE-4179-8236-D94747003141}" type="sibTrans" cxnId="{70824F51-EACD-4BB9-A3C5-B2EF4120CE0A}">
      <dgm:prSet/>
      <dgm:spPr/>
      <dgm:t>
        <a:bodyPr/>
        <a:lstStyle/>
        <a:p>
          <a:endParaRPr lang="en-US"/>
        </a:p>
      </dgm:t>
    </dgm:pt>
    <dgm:pt modelId="{D93C7987-128C-442A-9289-B3AB38194177}" type="pres">
      <dgm:prSet presAssocID="{E732E64F-C13B-4438-8104-5A6C678796CF}" presName="Name0" presStyleCnt="0">
        <dgm:presLayoutVars>
          <dgm:chMax/>
          <dgm:chPref/>
          <dgm:dir/>
        </dgm:presLayoutVars>
      </dgm:prSet>
      <dgm:spPr/>
    </dgm:pt>
    <dgm:pt modelId="{3AC628F5-4134-42DA-A21F-43B47E17F8D8}" type="pres">
      <dgm:prSet presAssocID="{5CA574E1-F69D-477B-9E63-2372FCA7A894}" presName="composite" presStyleCnt="0">
        <dgm:presLayoutVars>
          <dgm:chMax val="1"/>
          <dgm:chPref val="1"/>
        </dgm:presLayoutVars>
      </dgm:prSet>
      <dgm:spPr/>
    </dgm:pt>
    <dgm:pt modelId="{84D58153-489A-4601-B50C-9545182EFDB4}" type="pres">
      <dgm:prSet presAssocID="{5CA574E1-F69D-477B-9E63-2372FCA7A894}" presName="Accent" presStyleLbl="trAlignAcc1" presStyleIdx="0" presStyleCnt="3">
        <dgm:presLayoutVars>
          <dgm:chMax val="0"/>
          <dgm:chPref val="0"/>
        </dgm:presLayoutVars>
      </dgm:prSet>
      <dgm:spPr/>
    </dgm:pt>
    <dgm:pt modelId="{82942FC5-8647-43B3-BFE8-32D12DB8F842}" type="pres">
      <dgm:prSet presAssocID="{5CA574E1-F69D-477B-9E63-2372FCA7A894}" presName="Image" presStyleLbl="alignImgPlace1" presStyleIdx="0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/>
          <a:srcRect/>
          <a:stretch>
            <a:fillRect t="-27000" b="-27000"/>
          </a:stretch>
        </a:blipFill>
      </dgm:spPr>
    </dgm:pt>
    <dgm:pt modelId="{14932B32-335C-415C-AA46-7D64F4E38A31}" type="pres">
      <dgm:prSet presAssocID="{5CA574E1-F69D-477B-9E63-2372FCA7A894}" presName="ChildComposite" presStyleCnt="0"/>
      <dgm:spPr/>
    </dgm:pt>
    <dgm:pt modelId="{2CAE273B-D8B6-4F06-96B2-EFA976897E15}" type="pres">
      <dgm:prSet presAssocID="{5CA574E1-F69D-477B-9E63-2372FCA7A89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A211392-55B9-407E-901B-16C0E612892F}" type="pres">
      <dgm:prSet presAssocID="{5CA574E1-F69D-477B-9E63-2372FCA7A894}" presName="Parent" presStyleLbl="revTx" presStyleIdx="0" presStyleCnt="3">
        <dgm:presLayoutVars>
          <dgm:chMax val="1"/>
          <dgm:chPref val="0"/>
          <dgm:bulletEnabled val="1"/>
        </dgm:presLayoutVars>
      </dgm:prSet>
      <dgm:spPr/>
    </dgm:pt>
    <dgm:pt modelId="{CFBEFAFC-8D7A-449C-9EC1-3F9A825745CA}" type="pres">
      <dgm:prSet presAssocID="{3D2C84C7-260C-46FB-A504-C6776ACD4C30}" presName="sibTrans" presStyleCnt="0"/>
      <dgm:spPr/>
    </dgm:pt>
    <dgm:pt modelId="{E027A406-7094-419D-821F-66A34272E1AC}" type="pres">
      <dgm:prSet presAssocID="{B4CCF4CA-F474-4EAF-B158-775590576F34}" presName="composite" presStyleCnt="0">
        <dgm:presLayoutVars>
          <dgm:chMax val="1"/>
          <dgm:chPref val="1"/>
        </dgm:presLayoutVars>
      </dgm:prSet>
      <dgm:spPr/>
    </dgm:pt>
    <dgm:pt modelId="{95AE44CA-D730-46B0-94D2-C0F9494B0653}" type="pres">
      <dgm:prSet presAssocID="{B4CCF4CA-F474-4EAF-B158-775590576F34}" presName="Accent" presStyleLbl="trAlignAcc1" presStyleIdx="1" presStyleCnt="3">
        <dgm:presLayoutVars>
          <dgm:chMax val="0"/>
          <dgm:chPref val="0"/>
        </dgm:presLayoutVars>
      </dgm:prSet>
      <dgm:spPr/>
    </dgm:pt>
    <dgm:pt modelId="{C286969A-1F45-469C-8E9B-0B8DF2A97F07}" type="pres">
      <dgm:prSet presAssocID="{B4CCF4CA-F474-4EAF-B158-775590576F34}" presName="Image" presStyleLbl="alignImgPlace1" presStyleIdx="1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/>
          <a:srcRect/>
          <a:stretch>
            <a:fillRect t="-9000" b="-9000"/>
          </a:stretch>
        </a:blipFill>
      </dgm:spPr>
    </dgm:pt>
    <dgm:pt modelId="{5B35AD8F-CEA8-4625-B97B-AF8C7C4E6334}" type="pres">
      <dgm:prSet presAssocID="{B4CCF4CA-F474-4EAF-B158-775590576F34}" presName="ChildComposite" presStyleCnt="0"/>
      <dgm:spPr/>
    </dgm:pt>
    <dgm:pt modelId="{2AC6B271-193D-4EFE-9758-0D4F816F161A}" type="pres">
      <dgm:prSet presAssocID="{B4CCF4CA-F474-4EAF-B158-775590576F3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D93F1D3-88BF-4BFC-9409-235BB5502130}" type="pres">
      <dgm:prSet presAssocID="{B4CCF4CA-F474-4EAF-B158-775590576F34}" presName="Parent" presStyleLbl="revTx" presStyleIdx="1" presStyleCnt="3">
        <dgm:presLayoutVars>
          <dgm:chMax val="1"/>
          <dgm:chPref val="0"/>
          <dgm:bulletEnabled val="1"/>
        </dgm:presLayoutVars>
      </dgm:prSet>
      <dgm:spPr/>
    </dgm:pt>
    <dgm:pt modelId="{44A9497F-5BF4-41BE-802F-CC1DCF83DAEA}" type="pres">
      <dgm:prSet presAssocID="{5D309B24-0831-4BF9-8C58-0A2D33CEFB62}" presName="sibTrans" presStyleCnt="0"/>
      <dgm:spPr/>
    </dgm:pt>
    <dgm:pt modelId="{FC085BA6-CC9A-4A72-B454-622598687919}" type="pres">
      <dgm:prSet presAssocID="{E1300E86-3F59-4181-9C76-5F3A520DF53A}" presName="composite" presStyleCnt="0">
        <dgm:presLayoutVars>
          <dgm:chMax val="1"/>
          <dgm:chPref val="1"/>
        </dgm:presLayoutVars>
      </dgm:prSet>
      <dgm:spPr/>
    </dgm:pt>
    <dgm:pt modelId="{7D4A9890-01A1-4B05-BA70-AC9CB0FBEB29}" type="pres">
      <dgm:prSet presAssocID="{E1300E86-3F59-4181-9C76-5F3A520DF53A}" presName="Accent" presStyleLbl="trAlignAcc1" presStyleIdx="2" presStyleCnt="3">
        <dgm:presLayoutVars>
          <dgm:chMax val="0"/>
          <dgm:chPref val="0"/>
        </dgm:presLayoutVars>
      </dgm:prSet>
      <dgm:spPr/>
    </dgm:pt>
    <dgm:pt modelId="{FE8A4BF0-22F1-4C0D-A90B-7E1BF86C400E}" type="pres">
      <dgm:prSet presAssocID="{E1300E86-3F59-4181-9C76-5F3A520DF53A}" presName="Image" presStyleLbl="alignImgPlace1" presStyleIdx="2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/>
          <a:srcRect/>
          <a:stretch>
            <a:fillRect t="-9000" b="-9000"/>
          </a:stretch>
        </a:blipFill>
      </dgm:spPr>
    </dgm:pt>
    <dgm:pt modelId="{7504BC77-3325-4B36-8402-DECA2B9FCBCC}" type="pres">
      <dgm:prSet presAssocID="{E1300E86-3F59-4181-9C76-5F3A520DF53A}" presName="ChildComposite" presStyleCnt="0"/>
      <dgm:spPr/>
    </dgm:pt>
    <dgm:pt modelId="{4B599FAC-C2B5-451B-B51A-9C5CA76F1244}" type="pres">
      <dgm:prSet presAssocID="{E1300E86-3F59-4181-9C76-5F3A520DF53A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5643D8E-AD87-415C-B65D-9EC6199606FA}" type="pres">
      <dgm:prSet presAssocID="{E1300E86-3F59-4181-9C76-5F3A520DF53A}" presName="Parent" presStyleLbl="revTx" presStyleIdx="2" presStyleCnt="3">
        <dgm:presLayoutVars>
          <dgm:chMax val="1"/>
          <dgm:chPref val="0"/>
          <dgm:bulletEnabled val="1"/>
        </dgm:presLayoutVars>
      </dgm:prSet>
      <dgm:spPr/>
    </dgm:pt>
  </dgm:ptLst>
  <dgm:cxnLst>
    <dgm:cxn modelId="{545F5C1D-0076-4371-9226-63F9FCC7B6F4}" srcId="{E732E64F-C13B-4438-8104-5A6C678796CF}" destId="{B4CCF4CA-F474-4EAF-B158-775590576F34}" srcOrd="1" destOrd="0" parTransId="{E799905C-7E60-4720-AD94-881B05E3E96C}" sibTransId="{5D309B24-0831-4BF9-8C58-0A2D33CEFB62}"/>
    <dgm:cxn modelId="{70824F51-EACD-4BB9-A3C5-B2EF4120CE0A}" srcId="{E732E64F-C13B-4438-8104-5A6C678796CF}" destId="{E1300E86-3F59-4181-9C76-5F3A520DF53A}" srcOrd="2" destOrd="0" parTransId="{ECAF3E2E-E638-4042-818C-93954742F1AF}" sibTransId="{3BC44D11-D6AE-4179-8236-D94747003141}"/>
    <dgm:cxn modelId="{CF7B7F52-29F3-4518-9983-CE810036632D}" srcId="{E732E64F-C13B-4438-8104-5A6C678796CF}" destId="{5CA574E1-F69D-477B-9E63-2372FCA7A894}" srcOrd="0" destOrd="0" parTransId="{4564AE04-9B16-47C3-9626-930C41C9285F}" sibTransId="{3D2C84C7-260C-46FB-A504-C6776ACD4C30}"/>
    <dgm:cxn modelId="{7B8B56A7-BB38-44B0-BD8F-626ABC27EB87}" type="presOf" srcId="{E1300E86-3F59-4181-9C76-5F3A520DF53A}" destId="{45643D8E-AD87-415C-B65D-9EC6199606FA}" srcOrd="0" destOrd="0" presId="urn:microsoft.com/office/officeart/2008/layout/CaptionedPictures"/>
    <dgm:cxn modelId="{F612A2BD-211A-4B15-BD11-88F5A7B286BB}" type="presOf" srcId="{5CA574E1-F69D-477B-9E63-2372FCA7A894}" destId="{7A211392-55B9-407E-901B-16C0E612892F}" srcOrd="0" destOrd="0" presId="urn:microsoft.com/office/officeart/2008/layout/CaptionedPictures"/>
    <dgm:cxn modelId="{2488BCC4-9CDE-4541-8B54-CE961F99129F}" type="presOf" srcId="{E732E64F-C13B-4438-8104-5A6C678796CF}" destId="{D93C7987-128C-442A-9289-B3AB38194177}" srcOrd="0" destOrd="0" presId="urn:microsoft.com/office/officeart/2008/layout/CaptionedPictures"/>
    <dgm:cxn modelId="{19A301C7-51DF-4798-94E6-EB4EA58301C6}" type="presOf" srcId="{B4CCF4CA-F474-4EAF-B158-775590576F34}" destId="{0D93F1D3-88BF-4BFC-9409-235BB5502130}" srcOrd="0" destOrd="0" presId="urn:microsoft.com/office/officeart/2008/layout/CaptionedPictures"/>
    <dgm:cxn modelId="{87FF25C6-355B-4B6C-B3B7-E04AB5501B06}" type="presParOf" srcId="{D93C7987-128C-442A-9289-B3AB38194177}" destId="{3AC628F5-4134-42DA-A21F-43B47E17F8D8}" srcOrd="0" destOrd="0" presId="urn:microsoft.com/office/officeart/2008/layout/CaptionedPictures"/>
    <dgm:cxn modelId="{EFB167F4-838D-438A-A720-34BE94BF9EE1}" type="presParOf" srcId="{3AC628F5-4134-42DA-A21F-43B47E17F8D8}" destId="{84D58153-489A-4601-B50C-9545182EFDB4}" srcOrd="0" destOrd="0" presId="urn:microsoft.com/office/officeart/2008/layout/CaptionedPictures"/>
    <dgm:cxn modelId="{CC4D3330-4B9D-491F-87BF-6F278C6D75AE}" type="presParOf" srcId="{3AC628F5-4134-42DA-A21F-43B47E17F8D8}" destId="{82942FC5-8647-43B3-BFE8-32D12DB8F842}" srcOrd="1" destOrd="0" presId="urn:microsoft.com/office/officeart/2008/layout/CaptionedPictures"/>
    <dgm:cxn modelId="{70B4C14B-7099-46AF-99A7-ECBFD9BEAFFE}" type="presParOf" srcId="{3AC628F5-4134-42DA-A21F-43B47E17F8D8}" destId="{14932B32-335C-415C-AA46-7D64F4E38A31}" srcOrd="2" destOrd="0" presId="urn:microsoft.com/office/officeart/2008/layout/CaptionedPictures"/>
    <dgm:cxn modelId="{F379DC6B-D9FC-4CBC-B0FF-9BD5C5A6F13E}" type="presParOf" srcId="{14932B32-335C-415C-AA46-7D64F4E38A31}" destId="{2CAE273B-D8B6-4F06-96B2-EFA976897E15}" srcOrd="0" destOrd="0" presId="urn:microsoft.com/office/officeart/2008/layout/CaptionedPictures"/>
    <dgm:cxn modelId="{39967186-4478-4A91-AB2E-4FC0CCA38C3C}" type="presParOf" srcId="{14932B32-335C-415C-AA46-7D64F4E38A31}" destId="{7A211392-55B9-407E-901B-16C0E612892F}" srcOrd="1" destOrd="0" presId="urn:microsoft.com/office/officeart/2008/layout/CaptionedPictures"/>
    <dgm:cxn modelId="{BBA446E5-08C4-4C30-B3C3-BA34A2D12566}" type="presParOf" srcId="{D93C7987-128C-442A-9289-B3AB38194177}" destId="{CFBEFAFC-8D7A-449C-9EC1-3F9A825745CA}" srcOrd="1" destOrd="0" presId="urn:microsoft.com/office/officeart/2008/layout/CaptionedPictures"/>
    <dgm:cxn modelId="{ABE81757-7232-4496-8292-08427DECA39F}" type="presParOf" srcId="{D93C7987-128C-442A-9289-B3AB38194177}" destId="{E027A406-7094-419D-821F-66A34272E1AC}" srcOrd="2" destOrd="0" presId="urn:microsoft.com/office/officeart/2008/layout/CaptionedPictures"/>
    <dgm:cxn modelId="{19677C75-E2A3-4686-93EC-01F776D44F50}" type="presParOf" srcId="{E027A406-7094-419D-821F-66A34272E1AC}" destId="{95AE44CA-D730-46B0-94D2-C0F9494B0653}" srcOrd="0" destOrd="0" presId="urn:microsoft.com/office/officeart/2008/layout/CaptionedPictures"/>
    <dgm:cxn modelId="{AFBFB3B5-A2D2-4561-B76E-C896A410551F}" type="presParOf" srcId="{E027A406-7094-419D-821F-66A34272E1AC}" destId="{C286969A-1F45-469C-8E9B-0B8DF2A97F07}" srcOrd="1" destOrd="0" presId="urn:microsoft.com/office/officeart/2008/layout/CaptionedPictures"/>
    <dgm:cxn modelId="{953441DC-3A06-49FB-8820-B8F45C5A70AF}" type="presParOf" srcId="{E027A406-7094-419D-821F-66A34272E1AC}" destId="{5B35AD8F-CEA8-4625-B97B-AF8C7C4E6334}" srcOrd="2" destOrd="0" presId="urn:microsoft.com/office/officeart/2008/layout/CaptionedPictures"/>
    <dgm:cxn modelId="{FCB144DE-2F4A-4200-B1D7-642C994F1521}" type="presParOf" srcId="{5B35AD8F-CEA8-4625-B97B-AF8C7C4E6334}" destId="{2AC6B271-193D-4EFE-9758-0D4F816F161A}" srcOrd="0" destOrd="0" presId="urn:microsoft.com/office/officeart/2008/layout/CaptionedPictures"/>
    <dgm:cxn modelId="{8ABA9D1A-ABEF-45F9-8434-730785FD6E5F}" type="presParOf" srcId="{5B35AD8F-CEA8-4625-B97B-AF8C7C4E6334}" destId="{0D93F1D3-88BF-4BFC-9409-235BB5502130}" srcOrd="1" destOrd="0" presId="urn:microsoft.com/office/officeart/2008/layout/CaptionedPictures"/>
    <dgm:cxn modelId="{6D30BB03-D403-4917-9701-2EB734EB42DF}" type="presParOf" srcId="{D93C7987-128C-442A-9289-B3AB38194177}" destId="{44A9497F-5BF4-41BE-802F-CC1DCF83DAEA}" srcOrd="3" destOrd="0" presId="urn:microsoft.com/office/officeart/2008/layout/CaptionedPictures"/>
    <dgm:cxn modelId="{B0C50F89-E9F1-4199-9B10-A3CB5CA7DB04}" type="presParOf" srcId="{D93C7987-128C-442A-9289-B3AB38194177}" destId="{FC085BA6-CC9A-4A72-B454-622598687919}" srcOrd="4" destOrd="0" presId="urn:microsoft.com/office/officeart/2008/layout/CaptionedPictures"/>
    <dgm:cxn modelId="{36BB6557-9239-4904-9048-FC6E5B7DD106}" type="presParOf" srcId="{FC085BA6-CC9A-4A72-B454-622598687919}" destId="{7D4A9890-01A1-4B05-BA70-AC9CB0FBEB29}" srcOrd="0" destOrd="0" presId="urn:microsoft.com/office/officeart/2008/layout/CaptionedPictures"/>
    <dgm:cxn modelId="{40E95911-7CFB-4723-80F2-06194AE3E7EE}" type="presParOf" srcId="{FC085BA6-CC9A-4A72-B454-622598687919}" destId="{FE8A4BF0-22F1-4C0D-A90B-7E1BF86C400E}" srcOrd="1" destOrd="0" presId="urn:microsoft.com/office/officeart/2008/layout/CaptionedPictures"/>
    <dgm:cxn modelId="{14691057-46D8-4661-B2FA-633CD1C80BFE}" type="presParOf" srcId="{FC085BA6-CC9A-4A72-B454-622598687919}" destId="{7504BC77-3325-4B36-8402-DECA2B9FCBCC}" srcOrd="2" destOrd="0" presId="urn:microsoft.com/office/officeart/2008/layout/CaptionedPictures"/>
    <dgm:cxn modelId="{3D6DF78C-B369-4E17-B15C-08F72B9E434E}" type="presParOf" srcId="{7504BC77-3325-4B36-8402-DECA2B9FCBCC}" destId="{4B599FAC-C2B5-451B-B51A-9C5CA76F1244}" srcOrd="0" destOrd="0" presId="urn:microsoft.com/office/officeart/2008/layout/CaptionedPictures"/>
    <dgm:cxn modelId="{A4B299AE-8567-4598-B62D-B0048CCBA8B8}" type="presParOf" srcId="{7504BC77-3325-4B36-8402-DECA2B9FCBCC}" destId="{45643D8E-AD87-415C-B65D-9EC6199606FA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72525-01C1-4E50-88B9-95491BC783BC}">
      <dsp:nvSpPr>
        <dsp:cNvPr id="0" name=""/>
        <dsp:cNvSpPr/>
      </dsp:nvSpPr>
      <dsp:spPr>
        <a:xfrm>
          <a:off x="5756" y="299639"/>
          <a:ext cx="1345665" cy="13456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192000" r="-19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41A7F-A864-49B8-8302-CDCD9B60D151}">
      <dsp:nvSpPr>
        <dsp:cNvPr id="0" name=""/>
        <dsp:cNvSpPr/>
      </dsp:nvSpPr>
      <dsp:spPr>
        <a:xfrm>
          <a:off x="224817" y="1107038"/>
          <a:ext cx="1345665" cy="13456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300" kern="1200" dirty="0"/>
            <a:t>Data Source</a:t>
          </a:r>
          <a:endParaRPr lang="en-US" sz="2300" kern="1200" dirty="0"/>
        </a:p>
      </dsp:txBody>
      <dsp:txXfrm>
        <a:off x="264230" y="1146451"/>
        <a:ext cx="1266839" cy="1266839"/>
      </dsp:txXfrm>
    </dsp:sp>
    <dsp:sp modelId="{D0A5313D-3E23-4283-968F-EA6511F93E5B}">
      <dsp:nvSpPr>
        <dsp:cNvPr id="0" name=""/>
        <dsp:cNvSpPr/>
      </dsp:nvSpPr>
      <dsp:spPr>
        <a:xfrm>
          <a:off x="1610625" y="810800"/>
          <a:ext cx="259204" cy="32334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610625" y="875469"/>
        <a:ext cx="181443" cy="194006"/>
      </dsp:txXfrm>
    </dsp:sp>
    <dsp:sp modelId="{3123F4F3-66ED-4E76-B97D-BBA4BF3445C5}">
      <dsp:nvSpPr>
        <dsp:cNvPr id="0" name=""/>
        <dsp:cNvSpPr/>
      </dsp:nvSpPr>
      <dsp:spPr>
        <a:xfrm>
          <a:off x="2092006" y="299639"/>
          <a:ext cx="1345665" cy="13456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32000" r="-3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4C452-5C05-48B8-8D59-FC224A93CA70}">
      <dsp:nvSpPr>
        <dsp:cNvPr id="0" name=""/>
        <dsp:cNvSpPr/>
      </dsp:nvSpPr>
      <dsp:spPr>
        <a:xfrm>
          <a:off x="2311068" y="1107038"/>
          <a:ext cx="1345665" cy="13456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300" kern="1200" dirty="0"/>
            <a:t>ELT</a:t>
          </a:r>
          <a:endParaRPr lang="en-US" sz="2300" kern="1200" dirty="0"/>
        </a:p>
      </dsp:txBody>
      <dsp:txXfrm>
        <a:off x="2350481" y="1146451"/>
        <a:ext cx="1266839" cy="1266839"/>
      </dsp:txXfrm>
    </dsp:sp>
    <dsp:sp modelId="{CB8E4A8C-6F5D-4036-9608-DF5AB079E146}">
      <dsp:nvSpPr>
        <dsp:cNvPr id="0" name=""/>
        <dsp:cNvSpPr/>
      </dsp:nvSpPr>
      <dsp:spPr>
        <a:xfrm>
          <a:off x="3696876" y="810800"/>
          <a:ext cx="259204" cy="32334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696876" y="875469"/>
        <a:ext cx="181443" cy="194006"/>
      </dsp:txXfrm>
    </dsp:sp>
    <dsp:sp modelId="{D98D0639-CD49-4F43-A37B-C39259EE0FA3}">
      <dsp:nvSpPr>
        <dsp:cNvPr id="0" name=""/>
        <dsp:cNvSpPr/>
      </dsp:nvSpPr>
      <dsp:spPr>
        <a:xfrm>
          <a:off x="4178256" y="299639"/>
          <a:ext cx="1345665" cy="13456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0520C-698F-49E3-8B69-24A91C4E1DA8}">
      <dsp:nvSpPr>
        <dsp:cNvPr id="0" name=""/>
        <dsp:cNvSpPr/>
      </dsp:nvSpPr>
      <dsp:spPr>
        <a:xfrm>
          <a:off x="4397318" y="1107038"/>
          <a:ext cx="1345665" cy="13456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300" kern="1200" dirty="0"/>
            <a:t>Postgres</a:t>
          </a:r>
          <a:endParaRPr lang="en-US" sz="2300" kern="1200" dirty="0"/>
        </a:p>
      </dsp:txBody>
      <dsp:txXfrm>
        <a:off x="4436731" y="1146451"/>
        <a:ext cx="1266839" cy="1266839"/>
      </dsp:txXfrm>
    </dsp:sp>
    <dsp:sp modelId="{86D3C126-3031-400D-BE26-0586704F7FD6}">
      <dsp:nvSpPr>
        <dsp:cNvPr id="0" name=""/>
        <dsp:cNvSpPr/>
      </dsp:nvSpPr>
      <dsp:spPr>
        <a:xfrm>
          <a:off x="5783126" y="810800"/>
          <a:ext cx="259204" cy="32334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783126" y="875469"/>
        <a:ext cx="181443" cy="194006"/>
      </dsp:txXfrm>
    </dsp:sp>
    <dsp:sp modelId="{CBD458E8-11E7-468B-98FA-395FE3FF9408}">
      <dsp:nvSpPr>
        <dsp:cNvPr id="0" name=""/>
        <dsp:cNvSpPr/>
      </dsp:nvSpPr>
      <dsp:spPr>
        <a:xfrm>
          <a:off x="6264506" y="299639"/>
          <a:ext cx="1345665" cy="13456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E2EFA-CA5D-4774-A6C6-A391B00C9E9B}">
      <dsp:nvSpPr>
        <dsp:cNvPr id="0" name=""/>
        <dsp:cNvSpPr/>
      </dsp:nvSpPr>
      <dsp:spPr>
        <a:xfrm>
          <a:off x="6483568" y="1107038"/>
          <a:ext cx="1345665" cy="13456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300" kern="1200" dirty="0"/>
            <a:t>Airflow</a:t>
          </a:r>
          <a:endParaRPr lang="en-US" sz="2300" kern="1200" dirty="0"/>
        </a:p>
      </dsp:txBody>
      <dsp:txXfrm>
        <a:off x="6522981" y="1146451"/>
        <a:ext cx="1266839" cy="1266839"/>
      </dsp:txXfrm>
    </dsp:sp>
    <dsp:sp modelId="{24C8EC65-6655-4FB5-8BCD-A52C57FC23F6}">
      <dsp:nvSpPr>
        <dsp:cNvPr id="0" name=""/>
        <dsp:cNvSpPr/>
      </dsp:nvSpPr>
      <dsp:spPr>
        <a:xfrm>
          <a:off x="7869376" y="810800"/>
          <a:ext cx="259204" cy="32334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7869376" y="875469"/>
        <a:ext cx="181443" cy="194006"/>
      </dsp:txXfrm>
    </dsp:sp>
    <dsp:sp modelId="{611601BB-C9B1-4D17-8E56-F738EEA41EB1}">
      <dsp:nvSpPr>
        <dsp:cNvPr id="0" name=""/>
        <dsp:cNvSpPr/>
      </dsp:nvSpPr>
      <dsp:spPr>
        <a:xfrm>
          <a:off x="8350757" y="299639"/>
          <a:ext cx="1345665" cy="13456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BBE9F-795E-499E-8E64-560DBC6C2346}">
      <dsp:nvSpPr>
        <dsp:cNvPr id="0" name=""/>
        <dsp:cNvSpPr/>
      </dsp:nvSpPr>
      <dsp:spPr>
        <a:xfrm>
          <a:off x="8569818" y="1107038"/>
          <a:ext cx="1345665" cy="13456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300" kern="1200" dirty="0"/>
            <a:t>Power BI</a:t>
          </a:r>
          <a:endParaRPr lang="en-US" sz="2300" kern="1200" dirty="0"/>
        </a:p>
      </dsp:txBody>
      <dsp:txXfrm>
        <a:off x="8609231" y="1146451"/>
        <a:ext cx="1266839" cy="12668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D018A-9B46-4976-A2F7-5376BA989992}">
      <dsp:nvSpPr>
        <dsp:cNvPr id="0" name=""/>
        <dsp:cNvSpPr/>
      </dsp:nvSpPr>
      <dsp:spPr>
        <a:xfrm>
          <a:off x="1972532" y="200812"/>
          <a:ext cx="1251910" cy="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9FBBA-3874-472B-ACDD-C1090EECBF62}">
      <dsp:nvSpPr>
        <dsp:cNvPr id="0" name=""/>
        <dsp:cNvSpPr/>
      </dsp:nvSpPr>
      <dsp:spPr>
        <a:xfrm>
          <a:off x="3117136" y="146434"/>
          <a:ext cx="164536" cy="92784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783" tIns="165100" rIns="56783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raw</a:t>
          </a:r>
          <a:endParaRPr lang="en-US" sz="1800" kern="1200" dirty="0"/>
        </a:p>
      </dsp:txBody>
      <dsp:txXfrm>
        <a:off x="184089" y="640080"/>
        <a:ext cx="3219198" cy="1"/>
      </dsp:txXfrm>
    </dsp:sp>
    <dsp:sp modelId="{FA43C4E2-BB90-4FE1-99F0-2C7C1A5F1406}">
      <dsp:nvSpPr>
        <dsp:cNvPr id="0" name=""/>
        <dsp:cNvSpPr/>
      </dsp:nvSpPr>
      <dsp:spPr>
        <a:xfrm>
          <a:off x="1621420" y="28573"/>
          <a:ext cx="344535" cy="3445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" tIns="13370" rIns="13370" bIns="133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1</a:t>
          </a:r>
        </a:p>
      </dsp:txBody>
      <dsp:txXfrm>
        <a:off x="1671876" y="79029"/>
        <a:ext cx="243623" cy="243623"/>
      </dsp:txXfrm>
    </dsp:sp>
    <dsp:sp modelId="{255A3CE4-7F16-4A1F-8B6F-56EE2A473EE6}">
      <dsp:nvSpPr>
        <dsp:cNvPr id="0" name=""/>
        <dsp:cNvSpPr/>
      </dsp:nvSpPr>
      <dsp:spPr>
        <a:xfrm>
          <a:off x="1793652" y="431092"/>
          <a:ext cx="72" cy="1804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DBCF5-1D1A-4AFE-BE74-426633379CDE}">
      <dsp:nvSpPr>
        <dsp:cNvPr id="0" name=""/>
        <dsp:cNvSpPr/>
      </dsp:nvSpPr>
      <dsp:spPr>
        <a:xfrm>
          <a:off x="184089" y="640080"/>
          <a:ext cx="3219198" cy="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83" tIns="165100" rIns="56783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raw</a:t>
          </a:r>
          <a:endParaRPr lang="en-US" sz="1800" kern="1200" dirty="0"/>
        </a:p>
      </dsp:txBody>
      <dsp:txXfrm>
        <a:off x="184089" y="640080"/>
        <a:ext cx="3219198" cy="1"/>
      </dsp:txXfrm>
    </dsp:sp>
    <dsp:sp modelId="{6F36F089-8D86-48AC-B4F2-56F3C59356C3}">
      <dsp:nvSpPr>
        <dsp:cNvPr id="0" name=""/>
        <dsp:cNvSpPr/>
      </dsp:nvSpPr>
      <dsp:spPr>
        <a:xfrm>
          <a:off x="3582132" y="174467"/>
          <a:ext cx="3219198" cy="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857B1-34E0-4817-9C86-C1C21D452A5A}">
      <dsp:nvSpPr>
        <dsp:cNvPr id="0" name=""/>
        <dsp:cNvSpPr/>
      </dsp:nvSpPr>
      <dsp:spPr>
        <a:xfrm>
          <a:off x="6694024" y="120095"/>
          <a:ext cx="164536" cy="113286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783" tIns="165100" rIns="56783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transform model</a:t>
          </a:r>
          <a:endParaRPr lang="en-US" sz="1800" kern="1200" dirty="0"/>
        </a:p>
      </dsp:txBody>
      <dsp:txXfrm>
        <a:off x="3760976" y="640080"/>
        <a:ext cx="3219198" cy="1"/>
      </dsp:txXfrm>
    </dsp:sp>
    <dsp:sp modelId="{3CCEFF7A-8920-4277-8CE0-56C6AD687008}">
      <dsp:nvSpPr>
        <dsp:cNvPr id="0" name=""/>
        <dsp:cNvSpPr/>
      </dsp:nvSpPr>
      <dsp:spPr>
        <a:xfrm>
          <a:off x="5198308" y="2234"/>
          <a:ext cx="344535" cy="3445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" tIns="13370" rIns="13370" bIns="133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2</a:t>
          </a:r>
        </a:p>
      </dsp:txBody>
      <dsp:txXfrm>
        <a:off x="5248764" y="52690"/>
        <a:ext cx="243623" cy="243623"/>
      </dsp:txXfrm>
    </dsp:sp>
    <dsp:sp modelId="{E61E1380-DDA2-4C6A-A9EF-58028E10DB8F}">
      <dsp:nvSpPr>
        <dsp:cNvPr id="0" name=""/>
        <dsp:cNvSpPr/>
      </dsp:nvSpPr>
      <dsp:spPr>
        <a:xfrm>
          <a:off x="5370540" y="417565"/>
          <a:ext cx="72" cy="220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F2EE6-6E86-447C-99AD-3DFAE08679FC}">
      <dsp:nvSpPr>
        <dsp:cNvPr id="0" name=""/>
        <dsp:cNvSpPr/>
      </dsp:nvSpPr>
      <dsp:spPr>
        <a:xfrm>
          <a:off x="3760976" y="640080"/>
          <a:ext cx="3219198" cy="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83" tIns="165100" rIns="56783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transform model</a:t>
          </a:r>
          <a:endParaRPr lang="en-US" sz="1800" kern="1200" dirty="0"/>
        </a:p>
      </dsp:txBody>
      <dsp:txXfrm>
        <a:off x="3760976" y="640080"/>
        <a:ext cx="3219198" cy="1"/>
      </dsp:txXfrm>
    </dsp:sp>
    <dsp:sp modelId="{94A0493A-1608-483E-ACF6-C495A104F876}">
      <dsp:nvSpPr>
        <dsp:cNvPr id="0" name=""/>
        <dsp:cNvSpPr/>
      </dsp:nvSpPr>
      <dsp:spPr>
        <a:xfrm>
          <a:off x="7159019" y="172231"/>
          <a:ext cx="1788443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907B2-1898-4035-8F42-B61D71E7ADC9}">
      <dsp:nvSpPr>
        <dsp:cNvPr id="0" name=""/>
        <dsp:cNvSpPr/>
      </dsp:nvSpPr>
      <dsp:spPr>
        <a:xfrm>
          <a:off x="8775195" y="0"/>
          <a:ext cx="344535" cy="3445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" tIns="13370" rIns="13370" bIns="133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3</a:t>
          </a:r>
        </a:p>
      </dsp:txBody>
      <dsp:txXfrm>
        <a:off x="8825651" y="50456"/>
        <a:ext cx="243623" cy="243623"/>
      </dsp:txXfrm>
    </dsp:sp>
    <dsp:sp modelId="{6A1E8AFF-23A3-4012-B207-C95438114126}">
      <dsp:nvSpPr>
        <dsp:cNvPr id="0" name=""/>
        <dsp:cNvSpPr/>
      </dsp:nvSpPr>
      <dsp:spPr>
        <a:xfrm>
          <a:off x="8947427" y="416418"/>
          <a:ext cx="72" cy="2236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49EE5-33F6-4F9F-A7B8-7BA78AFF25DF}">
      <dsp:nvSpPr>
        <dsp:cNvPr id="0" name=""/>
        <dsp:cNvSpPr/>
      </dsp:nvSpPr>
      <dsp:spPr>
        <a:xfrm>
          <a:off x="7337864" y="640080"/>
          <a:ext cx="3219198" cy="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83" tIns="165100" rIns="56783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database staging table</a:t>
          </a:r>
          <a:endParaRPr lang="en-US" sz="1800" kern="1200" dirty="0"/>
        </a:p>
      </dsp:txBody>
      <dsp:txXfrm>
        <a:off x="7337864" y="640080"/>
        <a:ext cx="3219198" cy="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58153-489A-4601-B50C-9545182EFDB4}">
      <dsp:nvSpPr>
        <dsp:cNvPr id="0" name=""/>
        <dsp:cNvSpPr/>
      </dsp:nvSpPr>
      <dsp:spPr>
        <a:xfrm>
          <a:off x="5636" y="481241"/>
          <a:ext cx="2989824" cy="3517441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42FC5-8647-43B3-BFE8-32D12DB8F842}">
      <dsp:nvSpPr>
        <dsp:cNvPr id="0" name=""/>
        <dsp:cNvSpPr/>
      </dsp:nvSpPr>
      <dsp:spPr>
        <a:xfrm>
          <a:off x="155127" y="621939"/>
          <a:ext cx="2690842" cy="2286336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7000" b="-27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11392-55B9-407E-901B-16C0E612892F}">
      <dsp:nvSpPr>
        <dsp:cNvPr id="0" name=""/>
        <dsp:cNvSpPr/>
      </dsp:nvSpPr>
      <dsp:spPr>
        <a:xfrm>
          <a:off x="155127" y="2908276"/>
          <a:ext cx="2690842" cy="94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600" kern="1200" dirty="0"/>
            <a:t>Speed</a:t>
          </a:r>
          <a:endParaRPr lang="en-US" sz="3600" kern="1200" dirty="0"/>
        </a:p>
      </dsp:txBody>
      <dsp:txXfrm>
        <a:off x="155127" y="2908276"/>
        <a:ext cx="2690842" cy="949709"/>
      </dsp:txXfrm>
    </dsp:sp>
    <dsp:sp modelId="{95AE44CA-D730-46B0-94D2-C0F9494B0653}">
      <dsp:nvSpPr>
        <dsp:cNvPr id="0" name=""/>
        <dsp:cNvSpPr/>
      </dsp:nvSpPr>
      <dsp:spPr>
        <a:xfrm>
          <a:off x="3831944" y="481241"/>
          <a:ext cx="2989824" cy="3517441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6969A-1F45-469C-8E9B-0B8DF2A97F07}">
      <dsp:nvSpPr>
        <dsp:cNvPr id="0" name=""/>
        <dsp:cNvSpPr/>
      </dsp:nvSpPr>
      <dsp:spPr>
        <a:xfrm>
          <a:off x="3981435" y="621939"/>
          <a:ext cx="2690842" cy="2286336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3F1D3-88BF-4BFC-9409-235BB5502130}">
      <dsp:nvSpPr>
        <dsp:cNvPr id="0" name=""/>
        <dsp:cNvSpPr/>
      </dsp:nvSpPr>
      <dsp:spPr>
        <a:xfrm>
          <a:off x="3981435" y="2908276"/>
          <a:ext cx="2690842" cy="94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600" kern="1200" dirty="0"/>
            <a:t>Accuracy</a:t>
          </a:r>
          <a:endParaRPr lang="en-US" sz="3600" kern="1200" dirty="0"/>
        </a:p>
      </dsp:txBody>
      <dsp:txXfrm>
        <a:off x="3981435" y="2908276"/>
        <a:ext cx="2690842" cy="949709"/>
      </dsp:txXfrm>
    </dsp:sp>
    <dsp:sp modelId="{7D4A9890-01A1-4B05-BA70-AC9CB0FBEB29}">
      <dsp:nvSpPr>
        <dsp:cNvPr id="0" name=""/>
        <dsp:cNvSpPr/>
      </dsp:nvSpPr>
      <dsp:spPr>
        <a:xfrm>
          <a:off x="7658251" y="481241"/>
          <a:ext cx="2989824" cy="3517441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A4BF0-22F1-4C0D-A90B-7E1BF86C400E}">
      <dsp:nvSpPr>
        <dsp:cNvPr id="0" name=""/>
        <dsp:cNvSpPr/>
      </dsp:nvSpPr>
      <dsp:spPr>
        <a:xfrm>
          <a:off x="7807743" y="621939"/>
          <a:ext cx="2690842" cy="2286336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43D8E-AD87-415C-B65D-9EC6199606FA}">
      <dsp:nvSpPr>
        <dsp:cNvPr id="0" name=""/>
        <dsp:cNvSpPr/>
      </dsp:nvSpPr>
      <dsp:spPr>
        <a:xfrm>
          <a:off x="7807743" y="2908276"/>
          <a:ext cx="2690842" cy="94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600" kern="1200" dirty="0"/>
            <a:t>Automation</a:t>
          </a:r>
          <a:endParaRPr lang="en-US" sz="3600" kern="1200" dirty="0"/>
        </a:p>
      </dsp:txBody>
      <dsp:txXfrm>
        <a:off x="7807743" y="2908276"/>
        <a:ext cx="2690842" cy="949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D8D5EC6-D0AF-4921-AFC8-D673F844390F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7BE1D2C-4075-4F9C-BF36-133A19AC1F1A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E7D6C599-DDBB-4274-A7B1-B2719DEFF6B8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B6B2F-4E8F-4737-BFD9-88AE4EFF58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310A3-3917-4B38-A8B5-7A72A4F32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9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310A3-3917-4B38-A8B5-7A72A4F32F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0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9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9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0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6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2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2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7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0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3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3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5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3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802FD18-541E-DB3D-29D0-1D620C334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BB591-8559-D3D9-0299-409D97D1D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038" y="1760490"/>
            <a:ext cx="3350873" cy="2129910"/>
          </a:xfrm>
        </p:spPr>
        <p:txBody>
          <a:bodyPr>
            <a:normAutofit/>
          </a:bodyPr>
          <a:lstStyle/>
          <a:p>
            <a:pPr algn="l"/>
            <a:r>
              <a:rPr lang="en-PH" sz="3600" dirty="0"/>
              <a:t>Automated Financial Data Pipeline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C1643-6F47-96C6-57F2-7FC76D989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038" y="3999949"/>
            <a:ext cx="3350873" cy="1108080"/>
          </a:xfrm>
        </p:spPr>
        <p:txBody>
          <a:bodyPr>
            <a:normAutofit/>
          </a:bodyPr>
          <a:lstStyle/>
          <a:p>
            <a:pPr algn="l"/>
            <a:r>
              <a:rPr lang="en-PH"/>
              <a:t>Roy Padayao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221548C-6F3D-FB1D-0C40-D45E05D6F0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7359" y="1215432"/>
            <a:ext cx="2129430" cy="21294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5DE2026-C1B8-A3E9-AD09-1E3F736E0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8616" y="1215432"/>
            <a:ext cx="2129430" cy="212943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7364AC5-D430-3E2D-DC55-C84A4E774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6879" y="3512657"/>
            <a:ext cx="2129910" cy="2129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E20CDF-64CC-72DF-CF9E-230925204F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615" y="3512657"/>
            <a:ext cx="2129909" cy="212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6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2CD4-C1A7-B4B6-6D78-63810FFF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5"/>
            <a:ext cx="10745788" cy="1262354"/>
          </a:xfrm>
        </p:spPr>
        <p:txBody>
          <a:bodyPr>
            <a:normAutofit fontScale="90000"/>
          </a:bodyPr>
          <a:lstStyle/>
          <a:p>
            <a:r>
              <a:rPr lang="en-PH" sz="3200" i="1" dirty="0">
                <a:latin typeface="+mn-lt"/>
              </a:rPr>
              <a:t>Problem:</a:t>
            </a:r>
            <a:br>
              <a:rPr lang="en-PH" sz="3200" i="1" dirty="0">
                <a:latin typeface="+mn-lt"/>
              </a:rPr>
            </a:br>
            <a:r>
              <a:rPr lang="en-PH" sz="3200" i="1" dirty="0">
                <a:latin typeface="+mn-lt"/>
              </a:rPr>
              <a:t>Finance teams struggle with manual reporting, reconciliation delays and are prone to errors.</a:t>
            </a:r>
            <a:endParaRPr lang="en-US" sz="32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87013-D5B1-74CB-FFF5-39FB8C7C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327" y="2082474"/>
            <a:ext cx="2962148" cy="435819"/>
          </a:xfrm>
        </p:spPr>
        <p:txBody>
          <a:bodyPr/>
          <a:lstStyle/>
          <a:p>
            <a:r>
              <a:rPr lang="en-PH" dirty="0"/>
              <a:t>Manual work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076521-8714-1587-50CC-9A12E609B6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327" y="2791019"/>
            <a:ext cx="4321937" cy="324515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381A3-D534-E946-0385-33DA32ED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82473"/>
            <a:ext cx="2562225" cy="435820"/>
          </a:xfrm>
        </p:spPr>
        <p:txBody>
          <a:bodyPr/>
          <a:lstStyle/>
          <a:p>
            <a:r>
              <a:rPr lang="en-PH" dirty="0"/>
              <a:t>automated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084BF18-B0E9-CA5E-06EC-C864C2AF27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91018"/>
            <a:ext cx="5183188" cy="29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4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0FFF56-F957-81D2-FC19-D6A6A897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553616"/>
            <a:ext cx="10482196" cy="4008859"/>
          </a:xfrm>
        </p:spPr>
        <p:txBody>
          <a:bodyPr>
            <a:normAutofit/>
          </a:bodyPr>
          <a:lstStyle/>
          <a:p>
            <a:r>
              <a:rPr lang="en-PH" sz="3600" dirty="0"/>
              <a:t>Solution:</a:t>
            </a:r>
            <a:br>
              <a:rPr lang="en-PH" sz="4000" dirty="0"/>
            </a:br>
            <a:r>
              <a:rPr lang="en-PH" sz="3600" dirty="0"/>
              <a:t>End-to-end pipeline diagram</a:t>
            </a:r>
            <a:endParaRPr lang="en-US" sz="4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0D3FB-DDAB-9F76-522A-BCDAFDC2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933513"/>
          </a:xfrm>
        </p:spPr>
        <p:txBody>
          <a:bodyPr/>
          <a:lstStyle/>
          <a:p>
            <a:r>
              <a:rPr lang="en-US" dirty="0"/>
              <a:t>Automated workflows ensure clean data, reliable transformations, and real‑time dashboards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A37C54B-220B-94AB-8FD8-F110C0FAEF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6655012"/>
              </p:ext>
            </p:extLst>
          </p:nvPr>
        </p:nvGraphicFramePr>
        <p:xfrm>
          <a:off x="1106424" y="1609344"/>
          <a:ext cx="9921240" cy="2752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434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97C7-2FE7-3676-A8F8-639E1542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2800" dirty="0"/>
              <a:t>Data Ingestion:</a:t>
            </a:r>
            <a:br>
              <a:rPr lang="en-PH" sz="2800" dirty="0"/>
            </a:br>
            <a:r>
              <a:rPr lang="en-US" sz="2800" dirty="0"/>
              <a:t>Raw general ledger data ingested into Postgres staging tables.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1B3125-98C3-E873-7208-C303FDFCB1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9" y="2702738"/>
            <a:ext cx="3083052" cy="37314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46B2DA-7618-A339-2CCC-B4F3EE3136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185" y="2702738"/>
            <a:ext cx="3400615" cy="3731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FCD8D-098D-A82F-8381-D233E2B79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647" y="2702738"/>
            <a:ext cx="3149591" cy="3731400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D90C7C82-9F16-DBEB-D132-5749485F5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3370456"/>
              </p:ext>
            </p:extLst>
          </p:nvPr>
        </p:nvGraphicFramePr>
        <p:xfrm>
          <a:off x="453866" y="1792224"/>
          <a:ext cx="10741152" cy="64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0121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93AB-1D81-8FBE-DBE6-7BFAEEAB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Transformation Tests (dbt)</a:t>
            </a:r>
            <a:br>
              <a:rPr lang="en-PH" dirty="0"/>
            </a:br>
            <a:r>
              <a:rPr lang="en-PH" sz="2800" i="1" dirty="0"/>
              <a:t>dbt models validation tests script</a:t>
            </a:r>
            <a:endParaRPr lang="en-US" i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FA9B67-14A0-087B-0FAF-41AE6A24EE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87" y="2758108"/>
            <a:ext cx="4477375" cy="248637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A1B0F5-4874-70FC-B285-C10132272B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812" y="2758108"/>
            <a:ext cx="4296375" cy="24863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F35BD2-7C08-A6BB-BA30-C8A25EE9B7F1}"/>
              </a:ext>
            </a:extLst>
          </p:cNvPr>
          <p:cNvSpPr txBox="1"/>
          <p:nvPr/>
        </p:nvSpPr>
        <p:spPr>
          <a:xfrm>
            <a:off x="1069848" y="2185416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Data quality test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80457-5755-CEBF-B837-BBDBC4A67C9E}"/>
              </a:ext>
            </a:extLst>
          </p:cNvPr>
          <p:cNvSpPr txBox="1"/>
          <p:nvPr/>
        </p:nvSpPr>
        <p:spPr>
          <a:xfrm>
            <a:off x="6614812" y="2185416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Duplicate entry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449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3951D-B545-1B8D-B1FD-4BA431C5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 fontScale="90000"/>
          </a:bodyPr>
          <a:lstStyle/>
          <a:p>
            <a:r>
              <a:rPr lang="en-PH" dirty="0"/>
              <a:t>Orchestration</a:t>
            </a:r>
            <a:br>
              <a:rPr lang="en-PH" dirty="0"/>
            </a:br>
            <a:r>
              <a:rPr lang="en-PH" dirty="0"/>
              <a:t>(Airflow)</a:t>
            </a:r>
            <a:br>
              <a:rPr lang="en-PH" dirty="0"/>
            </a:br>
            <a:r>
              <a:rPr lang="en-US" sz="1600" dirty="0"/>
              <a:t>Airflow </a:t>
            </a:r>
            <a:r>
              <a:rPr lang="en-US" sz="1600" dirty="0" err="1"/>
              <a:t>DAGs</a:t>
            </a:r>
            <a:r>
              <a:rPr lang="en-US" sz="1600" dirty="0"/>
              <a:t> orchestrate ingestion, transformation, and dashboard refresh.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D4B1310-2891-E4DF-CA61-9534B02BF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2567323"/>
            <a:ext cx="3552825" cy="341404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C50CB6-4C90-67F6-6037-B574206DB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8" b="-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8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5936-85DE-F1E4-2895-650E9C40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Visualization (Power BI)</a:t>
            </a:r>
            <a:br>
              <a:rPr lang="en-PH" dirty="0"/>
            </a:br>
            <a:r>
              <a:rPr lang="en-US" sz="2700" i="1" dirty="0"/>
              <a:t>An interactive Power BI dashboard delivers actionable insights for stakeholders.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190C5-6398-FFBF-5B67-329B70A97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695" y="1716088"/>
            <a:ext cx="8049872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23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ED28-EADF-3FB9-5349-D18A8A974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39903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PH" dirty="0"/>
              <a:t>Business Value:</a:t>
            </a:r>
            <a:br>
              <a:rPr lang="en-PH" dirty="0"/>
            </a:br>
            <a:r>
              <a:rPr lang="en-US" sz="2700" i="1" dirty="0"/>
              <a:t>Automated refresh reduced manual effort by 80%. Improved accuracy and transparency in financial reporting.</a:t>
            </a:r>
            <a:endParaRPr lang="en-US" i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3DA3DDEF-07EE-7C06-9A81-82DAE7CEB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816812"/>
              </p:ext>
            </p:extLst>
          </p:nvPr>
        </p:nvGraphicFramePr>
        <p:xfrm>
          <a:off x="612775" y="1828800"/>
          <a:ext cx="10653713" cy="44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5161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Soft Serenity">
      <a:dk1>
        <a:srgbClr val="333333"/>
      </a:dk1>
      <a:lt1>
        <a:sysClr val="window" lastClr="FFFFFF"/>
      </a:lt1>
      <a:dk2>
        <a:srgbClr val="A9C9FF"/>
      </a:dk2>
      <a:lt2>
        <a:srgbClr val="D3D3D3"/>
      </a:lt2>
      <a:accent1>
        <a:srgbClr val="A9C9FF"/>
      </a:accent1>
      <a:accent2>
        <a:srgbClr val="E0F7FA"/>
      </a:accent2>
      <a:accent3>
        <a:srgbClr val="708090"/>
      </a:accent3>
      <a:accent4>
        <a:srgbClr val="26C6DA"/>
      </a:accent4>
      <a:accent5>
        <a:srgbClr val="00796B"/>
      </a:accent5>
      <a:accent6>
        <a:srgbClr val="9FE2BF"/>
      </a:accent6>
      <a:hlink>
        <a:srgbClr val="00796B"/>
      </a:hlink>
      <a:folHlink>
        <a:srgbClr val="26C6D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155</Words>
  <Application>Microsoft Office PowerPoint</Application>
  <PresentationFormat>Widescreen</PresentationFormat>
  <Paragraphs>31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VanillaVTI</vt:lpstr>
      <vt:lpstr>Automated Financial Data Pipeline</vt:lpstr>
      <vt:lpstr>Problem: Finance teams struggle with manual reporting, reconciliation delays and are prone to errors.</vt:lpstr>
      <vt:lpstr>Solution: End-to-end pipeline diagram</vt:lpstr>
      <vt:lpstr>Data Ingestion: Raw general ledger data ingested into Postgres staging tables.</vt:lpstr>
      <vt:lpstr>Transformation Tests (dbt) dbt models validation tests script</vt:lpstr>
      <vt:lpstr>Orchestration (Airflow) Airflow DAGs orchestrate ingestion, transformation, and dashboard refresh.</vt:lpstr>
      <vt:lpstr>Visualization (Power BI) An interactive Power BI dashboard delivers actionable insights for stakeholders.</vt:lpstr>
      <vt:lpstr>Business Value: Automated refresh reduced manual effort by 80%. Improved accuracy and transparency in financial reporting.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9</cp:revision>
  <dcterms:created xsi:type="dcterms:W3CDTF">2026-05-21T13:18:37Z</dcterms:created>
  <dcterms:modified xsi:type="dcterms:W3CDTF">2026-05-21T15:40:32Z</dcterms:modified>
</cp:coreProperties>
</file>